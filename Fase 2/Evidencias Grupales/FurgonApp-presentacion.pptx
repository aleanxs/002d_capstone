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  <p:sldMasterId id="2147483655" r:id="rId2"/>
    <p:sldMasterId id="2147483662" r:id="rId3"/>
  </p:sldMasterIdLst>
  <p:notesMasterIdLst>
    <p:notesMasterId r:id="rId19"/>
  </p:notesMasterIdLst>
  <p:sldIdLst>
    <p:sldId id="428" r:id="rId4"/>
    <p:sldId id="430" r:id="rId5"/>
    <p:sldId id="431" r:id="rId6"/>
    <p:sldId id="447" r:id="rId7"/>
    <p:sldId id="433" r:id="rId8"/>
    <p:sldId id="429" r:id="rId9"/>
    <p:sldId id="437" r:id="rId10"/>
    <p:sldId id="435" r:id="rId11"/>
    <p:sldId id="415" r:id="rId12"/>
    <p:sldId id="443" r:id="rId13"/>
    <p:sldId id="444" r:id="rId14"/>
    <p:sldId id="445" r:id="rId15"/>
    <p:sldId id="446" r:id="rId16"/>
    <p:sldId id="436" r:id="rId17"/>
    <p:sldId id="417" r:id="rId18"/>
  </p:sldIdLst>
  <p:sldSz cx="15240000" cy="85725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74" roundtripDataSignature="AMtx7mhy4pc6LzFfl2HlQPEHY6PBH03Ud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0" d="100"/>
          <a:sy n="80" d="100"/>
        </p:scale>
        <p:origin x="162" y="2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3" Type="http://schemas.openxmlformats.org/officeDocument/2006/relationships/slideMaster" Target="slideMasters/slideMaster3.xml"/><Relationship Id="rId76" Type="http://schemas.openxmlformats.org/officeDocument/2006/relationships/viewProps" Target="viewProps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75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74" Type="http://customschemas.google.com/relationships/presentationmetadata" Target="metadata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10" Type="http://schemas.openxmlformats.org/officeDocument/2006/relationships/slide" Target="slides/slide7.xml"/><Relationship Id="rId19" Type="http://schemas.openxmlformats.org/officeDocument/2006/relationships/notesMaster" Target="notesMasters/notesMaster1.xml"/><Relationship Id="rId78" Type="http://schemas.openxmlformats.org/officeDocument/2006/relationships/tableStyles" Target="tableStyles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7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/>
            </a:lvl1pPr>
            <a:lvl2pPr marL="914400" lvl="1" indent="-2286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marL="1371600" lvl="2" indent="-2286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marL="1828800" lvl="3" indent="-2286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marL="2286000" lvl="4" indent="-2286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marL="2743200" lvl="5" indent="-2286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marL="3200400" lvl="6" indent="-2286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marL="3657600" lvl="7" indent="-2286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marL="4114800" lvl="8" indent="-2286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8" name="Google Shape;28;p1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/>
          </a:p>
        </p:txBody>
      </p:sp>
      <p:sp>
        <p:nvSpPr>
          <p:cNvPr id="29" name="Google Shape;29;p1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0" name="Google Shape;50;p4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" name="Google Shape;51;p4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68" name="Google Shape;168;p19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9" name="Google Shape;169;p19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p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59" name="Google Shape;359;p43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0" name="Google Shape;360;p43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Google Shape;501;p61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02" name="Google Shape;502;p61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3" name="Google Shape;503;p61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72"/>
          <p:cNvSpPr txBox="1">
            <a:spLocks noGrp="1"/>
          </p:cNvSpPr>
          <p:nvPr>
            <p:ph type="title"/>
          </p:nvPr>
        </p:nvSpPr>
        <p:spPr>
          <a:xfrm>
            <a:off x="1524000" y="3238500"/>
            <a:ext cx="12192000" cy="1238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marR="0" lvl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  <a:defRPr sz="1800"/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  <a:defRPr sz="1800"/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  <a:defRPr sz="1800"/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  <a:defRPr sz="1800"/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  <a:defRPr sz="1800"/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  <a:defRPr sz="1800"/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  <a:defRPr sz="1800"/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  <a:defRPr sz="1800"/>
            </a:lvl9pPr>
          </a:lstStyle>
          <a:p>
            <a:endParaRPr/>
          </a:p>
        </p:txBody>
      </p:sp>
      <p:sp>
        <p:nvSpPr>
          <p:cNvPr id="13" name="Google Shape;13;p72"/>
          <p:cNvSpPr txBox="1">
            <a:spLocks noGrp="1"/>
          </p:cNvSpPr>
          <p:nvPr>
            <p:ph type="subTitle" idx="1"/>
          </p:nvPr>
        </p:nvSpPr>
        <p:spPr>
          <a:xfrm>
            <a:off x="2286000" y="4714875"/>
            <a:ext cx="10668000" cy="95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marR="0" lvl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>
  <p:cSld name="Section Header"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73"/>
          <p:cNvSpPr txBox="1">
            <a:spLocks noGrp="1"/>
          </p:cNvSpPr>
          <p:nvPr>
            <p:ph type="title"/>
          </p:nvPr>
        </p:nvSpPr>
        <p:spPr>
          <a:xfrm>
            <a:off x="1524000" y="3571875"/>
            <a:ext cx="12192000" cy="1428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marR="0" lvl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  <a:defRPr sz="1800"/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  <a:defRPr sz="1800"/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  <a:defRPr sz="1800"/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  <a:defRPr sz="1800"/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  <a:defRPr sz="1800"/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  <a:defRPr sz="1800"/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  <a:defRPr sz="1800"/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>
  <p:cSld name="Title and 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74"/>
          <p:cNvSpPr txBox="1">
            <a:spLocks noGrp="1"/>
          </p:cNvSpPr>
          <p:nvPr>
            <p:ph type="title"/>
          </p:nvPr>
        </p:nvSpPr>
        <p:spPr>
          <a:xfrm>
            <a:off x="857250" y="666750"/>
            <a:ext cx="13525500" cy="1047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R="0" lvl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  <a:defRPr sz="1800"/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  <a:defRPr sz="1800"/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  <a:defRPr sz="1800"/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  <a:defRPr sz="1800"/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  <a:defRPr sz="1800"/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  <a:defRPr sz="1800"/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  <a:defRPr sz="1800"/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  <a:defRPr sz="1800"/>
            </a:lvl9pPr>
          </a:lstStyle>
          <a:p>
            <a:endParaRPr/>
          </a:p>
        </p:txBody>
      </p:sp>
      <p:sp>
        <p:nvSpPr>
          <p:cNvPr id="18" name="Google Shape;18;p74"/>
          <p:cNvSpPr txBox="1">
            <a:spLocks noGrp="1"/>
          </p:cNvSpPr>
          <p:nvPr>
            <p:ph type="body" idx="1"/>
          </p:nvPr>
        </p:nvSpPr>
        <p:spPr>
          <a:xfrm>
            <a:off x="857250" y="2381250"/>
            <a:ext cx="13525500" cy="53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40640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11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11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11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11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11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11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11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110000"/>
              </a:lnSpc>
              <a:spcBef>
                <a:spcPts val="1500"/>
              </a:spcBef>
              <a:spcAft>
                <a:spcPts val="150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">
  <p:cSld name="Title and Two Column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75"/>
          <p:cNvSpPr txBox="1">
            <a:spLocks noGrp="1"/>
          </p:cNvSpPr>
          <p:nvPr>
            <p:ph type="title"/>
          </p:nvPr>
        </p:nvSpPr>
        <p:spPr>
          <a:xfrm>
            <a:off x="857250" y="666750"/>
            <a:ext cx="13525500" cy="1047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R="0" lvl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  <a:defRPr sz="1800"/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  <a:defRPr sz="1800"/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  <a:defRPr sz="1800"/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  <a:defRPr sz="1800"/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  <a:defRPr sz="1800"/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  <a:defRPr sz="1800"/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  <a:defRPr sz="1800"/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  <a:defRPr sz="1800"/>
            </a:lvl9pPr>
          </a:lstStyle>
          <a:p>
            <a:endParaRPr/>
          </a:p>
        </p:txBody>
      </p:sp>
      <p:sp>
        <p:nvSpPr>
          <p:cNvPr id="21" name="Google Shape;21;p75"/>
          <p:cNvSpPr txBox="1">
            <a:spLocks noGrp="1"/>
          </p:cNvSpPr>
          <p:nvPr>
            <p:ph type="body" idx="1"/>
          </p:nvPr>
        </p:nvSpPr>
        <p:spPr>
          <a:xfrm>
            <a:off x="857250" y="2381250"/>
            <a:ext cx="6286500" cy="53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40640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11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11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11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11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11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11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11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110000"/>
              </a:lnSpc>
              <a:spcBef>
                <a:spcPts val="1500"/>
              </a:spcBef>
              <a:spcAft>
                <a:spcPts val="150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2" name="Google Shape;22;p75"/>
          <p:cNvSpPr txBox="1">
            <a:spLocks noGrp="1"/>
          </p:cNvSpPr>
          <p:nvPr>
            <p:ph type="body" idx="2"/>
          </p:nvPr>
        </p:nvSpPr>
        <p:spPr>
          <a:xfrm>
            <a:off x="8096250" y="2381250"/>
            <a:ext cx="6286500" cy="53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40640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11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11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11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11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11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11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11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110000"/>
              </a:lnSpc>
              <a:spcBef>
                <a:spcPts val="1500"/>
              </a:spcBef>
              <a:spcAft>
                <a:spcPts val="150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One Column">
  <p:cSld name="Title and One Column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76"/>
          <p:cNvSpPr txBox="1">
            <a:spLocks noGrp="1"/>
          </p:cNvSpPr>
          <p:nvPr>
            <p:ph type="title"/>
          </p:nvPr>
        </p:nvSpPr>
        <p:spPr>
          <a:xfrm>
            <a:off x="857250" y="666750"/>
            <a:ext cx="13525500" cy="1047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R="0" lvl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  <a:defRPr sz="1800"/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  <a:defRPr sz="1800"/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  <a:defRPr sz="1800"/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  <a:defRPr sz="1800"/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  <a:defRPr sz="1800"/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  <a:defRPr sz="1800"/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  <a:defRPr sz="1800"/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  <a:defRPr sz="1800"/>
            </a:lvl9pPr>
          </a:lstStyle>
          <a:p>
            <a:endParaRPr/>
          </a:p>
        </p:txBody>
      </p:sp>
      <p:sp>
        <p:nvSpPr>
          <p:cNvPr id="25" name="Google Shape;25;p76"/>
          <p:cNvSpPr txBox="1">
            <a:spLocks noGrp="1"/>
          </p:cNvSpPr>
          <p:nvPr>
            <p:ph type="body" idx="1"/>
          </p:nvPr>
        </p:nvSpPr>
        <p:spPr>
          <a:xfrm>
            <a:off x="857250" y="2381250"/>
            <a:ext cx="6286500" cy="53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40640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11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11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11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11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11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11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11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110000"/>
              </a:lnSpc>
              <a:spcBef>
                <a:spcPts val="1500"/>
              </a:spcBef>
              <a:spcAft>
                <a:spcPts val="150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72"/>
          <p:cNvSpPr txBox="1">
            <a:spLocks noGrp="1"/>
          </p:cNvSpPr>
          <p:nvPr>
            <p:ph type="title"/>
          </p:nvPr>
        </p:nvSpPr>
        <p:spPr>
          <a:xfrm>
            <a:off x="1524000" y="3238500"/>
            <a:ext cx="12192000" cy="1238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marR="0" lvl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+mn-lt"/>
              <a:buNone/>
              <a:defRPr sz="4400" b="0" i="0" u="none" strike="noStrike" cap="none">
                <a:solidFill>
                  <a:schemeClr val="dk1"/>
                </a:solidFill>
                <a:latin typeface="+mn-lt"/>
                <a:ea typeface="+mn-lt"/>
                <a:cs typeface="+mn-lt"/>
                <a:sym typeface="+mn-lt"/>
              </a:defRPr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800"/>
              <a:buFont typeface="+mn-lt"/>
              <a:buNone/>
              <a:defRPr sz="1800"/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800"/>
              <a:buFont typeface="+mn-lt"/>
              <a:buNone/>
              <a:defRPr sz="1800"/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800"/>
              <a:buFont typeface="+mn-lt"/>
              <a:buNone/>
              <a:defRPr sz="1800"/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800"/>
              <a:buFont typeface="+mn-lt"/>
              <a:buNone/>
              <a:defRPr sz="1800"/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800"/>
              <a:buFont typeface="+mn-lt"/>
              <a:buNone/>
              <a:defRPr sz="1800"/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800"/>
              <a:buFont typeface="+mn-lt"/>
              <a:buNone/>
              <a:defRPr sz="1800"/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800"/>
              <a:buFont typeface="+mn-lt"/>
              <a:buNone/>
              <a:defRPr sz="1800"/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800"/>
              <a:buFont typeface="+mn-lt"/>
              <a:buNone/>
              <a:defRPr sz="1800"/>
            </a:lvl9pPr>
          </a:lstStyle>
          <a:p>
            <a:endParaRPr/>
          </a:p>
        </p:txBody>
      </p:sp>
      <p:sp>
        <p:nvSpPr>
          <p:cNvPr id="13" name="Google Shape;13;p72"/>
          <p:cNvSpPr txBox="1">
            <a:spLocks noGrp="1"/>
          </p:cNvSpPr>
          <p:nvPr>
            <p:ph type="subTitle" idx="1"/>
          </p:nvPr>
        </p:nvSpPr>
        <p:spPr>
          <a:xfrm>
            <a:off x="2286000" y="4714875"/>
            <a:ext cx="10668000" cy="95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marR="0" lvl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+mn-lt"/>
              <a:buNone/>
              <a:defRPr sz="2800" b="0" i="0" u="none" strike="noStrike" cap="none">
                <a:solidFill>
                  <a:schemeClr val="dk1"/>
                </a:solidFill>
                <a:latin typeface="+mn-lt"/>
                <a:ea typeface="+mn-lt"/>
                <a:cs typeface="+mn-lt"/>
                <a:sym typeface="+mn-lt"/>
              </a:defRPr>
            </a:lvl1pPr>
            <a:lvl2pPr marR="0" lvl="1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+mn-lt"/>
              <a:buNone/>
              <a:defRPr sz="2400" b="0" i="0" u="none" strike="noStrike" cap="none">
                <a:solidFill>
                  <a:schemeClr val="dk1"/>
                </a:solidFill>
                <a:latin typeface="+mn-lt"/>
                <a:ea typeface="+mn-lt"/>
                <a:cs typeface="+mn-lt"/>
                <a:sym typeface="+mn-lt"/>
              </a:defRPr>
            </a:lvl2pPr>
            <a:lvl3pPr marR="0" lvl="2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+mn-lt"/>
              <a:buNone/>
              <a:defRPr sz="2000" b="0" i="0" u="none" strike="noStrike" cap="none">
                <a:solidFill>
                  <a:schemeClr val="dk1"/>
                </a:solidFill>
                <a:latin typeface="+mn-lt"/>
                <a:ea typeface="+mn-lt"/>
                <a:cs typeface="+mn-lt"/>
                <a:sym typeface="+mn-lt"/>
              </a:defRPr>
            </a:lvl3pPr>
            <a:lvl4pPr marR="0" lvl="3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+mn-lt"/>
              <a:buNone/>
              <a:defRPr sz="1800" b="0" i="0" u="none" strike="noStrike" cap="none">
                <a:solidFill>
                  <a:schemeClr val="dk1"/>
                </a:solidFill>
                <a:latin typeface="+mn-lt"/>
                <a:ea typeface="+mn-lt"/>
                <a:cs typeface="+mn-lt"/>
                <a:sym typeface="+mn-lt"/>
              </a:defRPr>
            </a:lvl4pPr>
            <a:lvl5pPr marR="0" lvl="4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+mn-lt"/>
              <a:buNone/>
              <a:defRPr sz="1800" b="0" i="0" u="none" strike="noStrike" cap="none">
                <a:solidFill>
                  <a:schemeClr val="dk1"/>
                </a:solidFill>
                <a:latin typeface="+mn-lt"/>
                <a:ea typeface="+mn-lt"/>
                <a:cs typeface="+mn-lt"/>
                <a:sym typeface="+mn-lt"/>
              </a:defRPr>
            </a:lvl5pPr>
            <a:lvl6pPr marR="0" lvl="5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+mn-lt"/>
              <a:buNone/>
              <a:defRPr sz="1800" b="0" i="0" u="none" strike="noStrike" cap="none">
                <a:solidFill>
                  <a:schemeClr val="dk1"/>
                </a:solidFill>
                <a:latin typeface="+mn-lt"/>
                <a:ea typeface="+mn-lt"/>
                <a:cs typeface="+mn-lt"/>
                <a:sym typeface="+mn-lt"/>
              </a:defRPr>
            </a:lvl6pPr>
            <a:lvl7pPr marR="0" lvl="6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+mn-lt"/>
              <a:buNone/>
              <a:defRPr sz="1800" b="0" i="0" u="none" strike="noStrike" cap="none">
                <a:solidFill>
                  <a:schemeClr val="dk1"/>
                </a:solidFill>
                <a:latin typeface="+mn-lt"/>
                <a:ea typeface="+mn-lt"/>
                <a:cs typeface="+mn-lt"/>
                <a:sym typeface="+mn-lt"/>
              </a:defRPr>
            </a:lvl7pPr>
            <a:lvl8pPr marR="0" lvl="7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+mn-lt"/>
              <a:buNone/>
              <a:defRPr sz="1800" b="0" i="0" u="none" strike="noStrike" cap="none">
                <a:solidFill>
                  <a:schemeClr val="dk1"/>
                </a:solidFill>
                <a:latin typeface="+mn-lt"/>
                <a:ea typeface="+mn-lt"/>
                <a:cs typeface="+mn-lt"/>
                <a:sym typeface="+mn-lt"/>
              </a:defRPr>
            </a:lvl8pPr>
            <a:lvl9pPr marR="0" lvl="8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+mn-lt"/>
              <a:buNone/>
              <a:defRPr sz="1800" b="0" i="0" u="none" strike="noStrike" cap="none">
                <a:solidFill>
                  <a:schemeClr val="dk1"/>
                </a:solidFill>
                <a:latin typeface="+mn-lt"/>
                <a:ea typeface="+mn-lt"/>
                <a:cs typeface="+mn-lt"/>
                <a:sym typeface="+mn-l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>
  <p:cSld name="Section Header"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73"/>
          <p:cNvSpPr txBox="1">
            <a:spLocks noGrp="1"/>
          </p:cNvSpPr>
          <p:nvPr>
            <p:ph type="title"/>
          </p:nvPr>
        </p:nvSpPr>
        <p:spPr>
          <a:xfrm>
            <a:off x="1524000" y="3571875"/>
            <a:ext cx="12192000" cy="1428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marR="0" lvl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+mn-lt"/>
              <a:buNone/>
              <a:defRPr sz="4400" b="0" i="0" u="none" strike="noStrike" cap="none">
                <a:solidFill>
                  <a:schemeClr val="dk1"/>
                </a:solidFill>
                <a:latin typeface="+mn-lt"/>
                <a:ea typeface="+mn-lt"/>
                <a:cs typeface="+mn-lt"/>
                <a:sym typeface="+mn-lt"/>
              </a:defRPr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800"/>
              <a:buFont typeface="+mn-lt"/>
              <a:buNone/>
              <a:defRPr sz="1800"/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800"/>
              <a:buFont typeface="+mn-lt"/>
              <a:buNone/>
              <a:defRPr sz="1800"/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800"/>
              <a:buFont typeface="+mn-lt"/>
              <a:buNone/>
              <a:defRPr sz="1800"/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800"/>
              <a:buFont typeface="+mn-lt"/>
              <a:buNone/>
              <a:defRPr sz="1800"/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800"/>
              <a:buFont typeface="+mn-lt"/>
              <a:buNone/>
              <a:defRPr sz="1800"/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800"/>
              <a:buFont typeface="+mn-lt"/>
              <a:buNone/>
              <a:defRPr sz="1800"/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800"/>
              <a:buFont typeface="+mn-lt"/>
              <a:buNone/>
              <a:defRPr sz="1800"/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800"/>
              <a:buFont typeface="+mn-lt"/>
              <a:buNone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>
  <p:cSld name="Title and 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74"/>
          <p:cNvSpPr txBox="1">
            <a:spLocks noGrp="1"/>
          </p:cNvSpPr>
          <p:nvPr>
            <p:ph type="title"/>
          </p:nvPr>
        </p:nvSpPr>
        <p:spPr>
          <a:xfrm>
            <a:off x="857250" y="666750"/>
            <a:ext cx="13525500" cy="1047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R="0" lvl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+mn-lt"/>
              <a:buNone/>
              <a:defRPr sz="4400" b="0" i="0" u="none" strike="noStrike" cap="none">
                <a:solidFill>
                  <a:schemeClr val="dk1"/>
                </a:solidFill>
                <a:latin typeface="+mn-lt"/>
                <a:ea typeface="+mn-lt"/>
                <a:cs typeface="+mn-lt"/>
                <a:sym typeface="+mn-lt"/>
              </a:defRPr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800"/>
              <a:buFont typeface="+mn-lt"/>
              <a:buNone/>
              <a:defRPr sz="1800"/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800"/>
              <a:buFont typeface="+mn-lt"/>
              <a:buNone/>
              <a:defRPr sz="1800"/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800"/>
              <a:buFont typeface="+mn-lt"/>
              <a:buNone/>
              <a:defRPr sz="1800"/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800"/>
              <a:buFont typeface="+mn-lt"/>
              <a:buNone/>
              <a:defRPr sz="1800"/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800"/>
              <a:buFont typeface="+mn-lt"/>
              <a:buNone/>
              <a:defRPr sz="1800"/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800"/>
              <a:buFont typeface="+mn-lt"/>
              <a:buNone/>
              <a:defRPr sz="1800"/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800"/>
              <a:buFont typeface="+mn-lt"/>
              <a:buNone/>
              <a:defRPr sz="1800"/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800"/>
              <a:buFont typeface="+mn-lt"/>
              <a:buNone/>
              <a:defRPr sz="1800"/>
            </a:lvl9pPr>
          </a:lstStyle>
          <a:p>
            <a:endParaRPr/>
          </a:p>
        </p:txBody>
      </p:sp>
      <p:sp>
        <p:nvSpPr>
          <p:cNvPr id="18" name="Google Shape;18;p74"/>
          <p:cNvSpPr txBox="1">
            <a:spLocks noGrp="1"/>
          </p:cNvSpPr>
          <p:nvPr>
            <p:ph type="body" idx="1"/>
          </p:nvPr>
        </p:nvSpPr>
        <p:spPr>
          <a:xfrm>
            <a:off x="857250" y="2381250"/>
            <a:ext cx="13525500" cy="53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40640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+mn-lt"/>
              <a:buChar char="•"/>
              <a:defRPr sz="2800" b="0" i="0" u="none" strike="noStrike" cap="none">
                <a:solidFill>
                  <a:schemeClr val="dk1"/>
                </a:solidFill>
                <a:latin typeface="+mn-lt"/>
                <a:ea typeface="+mn-lt"/>
                <a:cs typeface="+mn-lt"/>
                <a:sym typeface="+mn-lt"/>
              </a:defRPr>
            </a:lvl1pPr>
            <a:lvl2pPr marL="914400" marR="0" lvl="1" indent="-381000" algn="l" rtl="0">
              <a:lnSpc>
                <a:spcPct val="11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+mn-lt"/>
              <a:buChar char="•"/>
              <a:defRPr sz="2400" b="0" i="0" u="none" strike="noStrike" cap="none">
                <a:solidFill>
                  <a:schemeClr val="dk1"/>
                </a:solidFill>
                <a:latin typeface="+mn-lt"/>
                <a:ea typeface="+mn-lt"/>
                <a:cs typeface="+mn-lt"/>
                <a:sym typeface="+mn-lt"/>
              </a:defRPr>
            </a:lvl2pPr>
            <a:lvl3pPr marL="1371600" marR="0" lvl="2" indent="-355600" algn="l" rtl="0">
              <a:lnSpc>
                <a:spcPct val="11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+mn-lt"/>
              <a:buChar char="•"/>
              <a:defRPr sz="2000" b="0" i="0" u="none" strike="noStrike" cap="none">
                <a:solidFill>
                  <a:schemeClr val="dk1"/>
                </a:solidFill>
                <a:latin typeface="+mn-lt"/>
                <a:ea typeface="+mn-lt"/>
                <a:cs typeface="+mn-lt"/>
                <a:sym typeface="+mn-lt"/>
              </a:defRPr>
            </a:lvl3pPr>
            <a:lvl4pPr marL="1828800" marR="0" lvl="3" indent="-342900" algn="l" rtl="0">
              <a:lnSpc>
                <a:spcPct val="11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+mn-lt"/>
              <a:buChar char="•"/>
              <a:defRPr sz="1800" b="0" i="0" u="none" strike="noStrike" cap="none">
                <a:solidFill>
                  <a:schemeClr val="dk1"/>
                </a:solidFill>
                <a:latin typeface="+mn-lt"/>
                <a:ea typeface="+mn-lt"/>
                <a:cs typeface="+mn-lt"/>
                <a:sym typeface="+mn-lt"/>
              </a:defRPr>
            </a:lvl4pPr>
            <a:lvl5pPr marL="2286000" marR="0" lvl="4" indent="-342900" algn="l" rtl="0">
              <a:lnSpc>
                <a:spcPct val="11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+mn-lt"/>
              <a:buChar char="•"/>
              <a:defRPr sz="1800" b="0" i="0" u="none" strike="noStrike" cap="none">
                <a:solidFill>
                  <a:schemeClr val="dk1"/>
                </a:solidFill>
                <a:latin typeface="+mn-lt"/>
                <a:ea typeface="+mn-lt"/>
                <a:cs typeface="+mn-lt"/>
                <a:sym typeface="+mn-lt"/>
              </a:defRPr>
            </a:lvl5pPr>
            <a:lvl6pPr marL="2743200" marR="0" lvl="5" indent="-342900" algn="l" rtl="0">
              <a:lnSpc>
                <a:spcPct val="11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+mn-lt"/>
              <a:buChar char="•"/>
              <a:defRPr sz="1800" b="0" i="0" u="none" strike="noStrike" cap="none">
                <a:solidFill>
                  <a:schemeClr val="dk1"/>
                </a:solidFill>
                <a:latin typeface="+mn-lt"/>
                <a:ea typeface="+mn-lt"/>
                <a:cs typeface="+mn-lt"/>
                <a:sym typeface="+mn-lt"/>
              </a:defRPr>
            </a:lvl6pPr>
            <a:lvl7pPr marL="3200400" marR="0" lvl="6" indent="-342900" algn="l" rtl="0">
              <a:lnSpc>
                <a:spcPct val="11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+mn-lt"/>
              <a:buChar char="•"/>
              <a:defRPr sz="1800" b="0" i="0" u="none" strike="noStrike" cap="none">
                <a:solidFill>
                  <a:schemeClr val="dk1"/>
                </a:solidFill>
                <a:latin typeface="+mn-lt"/>
                <a:ea typeface="+mn-lt"/>
                <a:cs typeface="+mn-lt"/>
                <a:sym typeface="+mn-lt"/>
              </a:defRPr>
            </a:lvl7pPr>
            <a:lvl8pPr marL="3657600" marR="0" lvl="7" indent="-342900" algn="l" rtl="0">
              <a:lnSpc>
                <a:spcPct val="11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+mn-lt"/>
              <a:buChar char="•"/>
              <a:defRPr sz="1800" b="0" i="0" u="none" strike="noStrike" cap="none">
                <a:solidFill>
                  <a:schemeClr val="dk1"/>
                </a:solidFill>
                <a:latin typeface="+mn-lt"/>
                <a:ea typeface="+mn-lt"/>
                <a:cs typeface="+mn-lt"/>
                <a:sym typeface="+mn-lt"/>
              </a:defRPr>
            </a:lvl8pPr>
            <a:lvl9pPr marL="4114800" marR="0" lvl="8" indent="-342900" algn="l" rtl="0">
              <a:lnSpc>
                <a:spcPct val="110000"/>
              </a:lnSpc>
              <a:spcBef>
                <a:spcPts val="1500"/>
              </a:spcBef>
              <a:spcAft>
                <a:spcPts val="1500"/>
              </a:spcAft>
              <a:buClr>
                <a:schemeClr val="dk1"/>
              </a:buClr>
              <a:buSzPts val="1800"/>
              <a:buFont typeface="+mn-lt"/>
              <a:buChar char="•"/>
              <a:defRPr sz="1800" b="0" i="0" u="none" strike="noStrike" cap="none">
                <a:solidFill>
                  <a:schemeClr val="dk1"/>
                </a:solidFill>
                <a:latin typeface="+mn-lt"/>
                <a:ea typeface="+mn-lt"/>
                <a:cs typeface="+mn-lt"/>
                <a:sym typeface="+mn-l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">
  <p:cSld name="Title and Two Column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75"/>
          <p:cNvSpPr txBox="1">
            <a:spLocks noGrp="1"/>
          </p:cNvSpPr>
          <p:nvPr>
            <p:ph type="title"/>
          </p:nvPr>
        </p:nvSpPr>
        <p:spPr>
          <a:xfrm>
            <a:off x="857250" y="666750"/>
            <a:ext cx="13525500" cy="1047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R="0" lvl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+mn-lt"/>
              <a:buNone/>
              <a:defRPr sz="4400" b="0" i="0" u="none" strike="noStrike" cap="none">
                <a:solidFill>
                  <a:schemeClr val="dk1"/>
                </a:solidFill>
                <a:latin typeface="+mn-lt"/>
                <a:ea typeface="+mn-lt"/>
                <a:cs typeface="+mn-lt"/>
                <a:sym typeface="+mn-lt"/>
              </a:defRPr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800"/>
              <a:buFont typeface="+mn-lt"/>
              <a:buNone/>
              <a:defRPr sz="1800"/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800"/>
              <a:buFont typeface="+mn-lt"/>
              <a:buNone/>
              <a:defRPr sz="1800"/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800"/>
              <a:buFont typeface="+mn-lt"/>
              <a:buNone/>
              <a:defRPr sz="1800"/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800"/>
              <a:buFont typeface="+mn-lt"/>
              <a:buNone/>
              <a:defRPr sz="1800"/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800"/>
              <a:buFont typeface="+mn-lt"/>
              <a:buNone/>
              <a:defRPr sz="1800"/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800"/>
              <a:buFont typeface="+mn-lt"/>
              <a:buNone/>
              <a:defRPr sz="1800"/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800"/>
              <a:buFont typeface="+mn-lt"/>
              <a:buNone/>
              <a:defRPr sz="1800"/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800"/>
              <a:buFont typeface="+mn-lt"/>
              <a:buNone/>
              <a:defRPr sz="1800"/>
            </a:lvl9pPr>
          </a:lstStyle>
          <a:p>
            <a:endParaRPr/>
          </a:p>
        </p:txBody>
      </p:sp>
      <p:sp>
        <p:nvSpPr>
          <p:cNvPr id="21" name="Google Shape;21;p75"/>
          <p:cNvSpPr txBox="1">
            <a:spLocks noGrp="1"/>
          </p:cNvSpPr>
          <p:nvPr>
            <p:ph type="body" idx="1"/>
          </p:nvPr>
        </p:nvSpPr>
        <p:spPr>
          <a:xfrm>
            <a:off x="857250" y="2381250"/>
            <a:ext cx="6286500" cy="53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40640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+mn-lt"/>
              <a:buChar char="•"/>
              <a:defRPr sz="2800" b="0" i="0" u="none" strike="noStrike" cap="none">
                <a:solidFill>
                  <a:schemeClr val="dk1"/>
                </a:solidFill>
                <a:latin typeface="+mn-lt"/>
                <a:ea typeface="+mn-lt"/>
                <a:cs typeface="+mn-lt"/>
                <a:sym typeface="+mn-lt"/>
              </a:defRPr>
            </a:lvl1pPr>
            <a:lvl2pPr marL="914400" marR="0" lvl="1" indent="-381000" algn="l" rtl="0">
              <a:lnSpc>
                <a:spcPct val="11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+mn-lt"/>
              <a:buChar char="•"/>
              <a:defRPr sz="2400" b="0" i="0" u="none" strike="noStrike" cap="none">
                <a:solidFill>
                  <a:schemeClr val="dk1"/>
                </a:solidFill>
                <a:latin typeface="+mn-lt"/>
                <a:ea typeface="+mn-lt"/>
                <a:cs typeface="+mn-lt"/>
                <a:sym typeface="+mn-lt"/>
              </a:defRPr>
            </a:lvl2pPr>
            <a:lvl3pPr marL="1371600" marR="0" lvl="2" indent="-355600" algn="l" rtl="0">
              <a:lnSpc>
                <a:spcPct val="11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+mn-lt"/>
              <a:buChar char="•"/>
              <a:defRPr sz="2000" b="0" i="0" u="none" strike="noStrike" cap="none">
                <a:solidFill>
                  <a:schemeClr val="dk1"/>
                </a:solidFill>
                <a:latin typeface="+mn-lt"/>
                <a:ea typeface="+mn-lt"/>
                <a:cs typeface="+mn-lt"/>
                <a:sym typeface="+mn-lt"/>
              </a:defRPr>
            </a:lvl3pPr>
            <a:lvl4pPr marL="1828800" marR="0" lvl="3" indent="-342900" algn="l" rtl="0">
              <a:lnSpc>
                <a:spcPct val="11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+mn-lt"/>
              <a:buChar char="•"/>
              <a:defRPr sz="1800" b="0" i="0" u="none" strike="noStrike" cap="none">
                <a:solidFill>
                  <a:schemeClr val="dk1"/>
                </a:solidFill>
                <a:latin typeface="+mn-lt"/>
                <a:ea typeface="+mn-lt"/>
                <a:cs typeface="+mn-lt"/>
                <a:sym typeface="+mn-lt"/>
              </a:defRPr>
            </a:lvl4pPr>
            <a:lvl5pPr marL="2286000" marR="0" lvl="4" indent="-342900" algn="l" rtl="0">
              <a:lnSpc>
                <a:spcPct val="11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+mn-lt"/>
              <a:buChar char="•"/>
              <a:defRPr sz="1800" b="0" i="0" u="none" strike="noStrike" cap="none">
                <a:solidFill>
                  <a:schemeClr val="dk1"/>
                </a:solidFill>
                <a:latin typeface="+mn-lt"/>
                <a:ea typeface="+mn-lt"/>
                <a:cs typeface="+mn-lt"/>
                <a:sym typeface="+mn-lt"/>
              </a:defRPr>
            </a:lvl5pPr>
            <a:lvl6pPr marL="2743200" marR="0" lvl="5" indent="-342900" algn="l" rtl="0">
              <a:lnSpc>
                <a:spcPct val="11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+mn-lt"/>
              <a:buChar char="•"/>
              <a:defRPr sz="1800" b="0" i="0" u="none" strike="noStrike" cap="none">
                <a:solidFill>
                  <a:schemeClr val="dk1"/>
                </a:solidFill>
                <a:latin typeface="+mn-lt"/>
                <a:ea typeface="+mn-lt"/>
                <a:cs typeface="+mn-lt"/>
                <a:sym typeface="+mn-lt"/>
              </a:defRPr>
            </a:lvl6pPr>
            <a:lvl7pPr marL="3200400" marR="0" lvl="6" indent="-342900" algn="l" rtl="0">
              <a:lnSpc>
                <a:spcPct val="11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+mn-lt"/>
              <a:buChar char="•"/>
              <a:defRPr sz="1800" b="0" i="0" u="none" strike="noStrike" cap="none">
                <a:solidFill>
                  <a:schemeClr val="dk1"/>
                </a:solidFill>
                <a:latin typeface="+mn-lt"/>
                <a:ea typeface="+mn-lt"/>
                <a:cs typeface="+mn-lt"/>
                <a:sym typeface="+mn-lt"/>
              </a:defRPr>
            </a:lvl7pPr>
            <a:lvl8pPr marL="3657600" marR="0" lvl="7" indent="-342900" algn="l" rtl="0">
              <a:lnSpc>
                <a:spcPct val="11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+mn-lt"/>
              <a:buChar char="•"/>
              <a:defRPr sz="1800" b="0" i="0" u="none" strike="noStrike" cap="none">
                <a:solidFill>
                  <a:schemeClr val="dk1"/>
                </a:solidFill>
                <a:latin typeface="+mn-lt"/>
                <a:ea typeface="+mn-lt"/>
                <a:cs typeface="+mn-lt"/>
                <a:sym typeface="+mn-lt"/>
              </a:defRPr>
            </a:lvl8pPr>
            <a:lvl9pPr marL="4114800" marR="0" lvl="8" indent="-342900" algn="l" rtl="0">
              <a:lnSpc>
                <a:spcPct val="110000"/>
              </a:lnSpc>
              <a:spcBef>
                <a:spcPts val="1500"/>
              </a:spcBef>
              <a:spcAft>
                <a:spcPts val="1500"/>
              </a:spcAft>
              <a:buClr>
                <a:schemeClr val="dk1"/>
              </a:buClr>
              <a:buSzPts val="1800"/>
              <a:buFont typeface="+mn-lt"/>
              <a:buChar char="•"/>
              <a:defRPr sz="1800" b="0" i="0" u="none" strike="noStrike" cap="none">
                <a:solidFill>
                  <a:schemeClr val="dk1"/>
                </a:solidFill>
                <a:latin typeface="+mn-lt"/>
                <a:ea typeface="+mn-lt"/>
                <a:cs typeface="+mn-lt"/>
                <a:sym typeface="+mn-lt"/>
              </a:defRPr>
            </a:lvl9pPr>
          </a:lstStyle>
          <a:p>
            <a:endParaRPr/>
          </a:p>
        </p:txBody>
      </p:sp>
      <p:sp>
        <p:nvSpPr>
          <p:cNvPr id="22" name="Google Shape;22;p75"/>
          <p:cNvSpPr txBox="1">
            <a:spLocks noGrp="1"/>
          </p:cNvSpPr>
          <p:nvPr>
            <p:ph type="body" idx="2"/>
          </p:nvPr>
        </p:nvSpPr>
        <p:spPr>
          <a:xfrm>
            <a:off x="8096250" y="2381250"/>
            <a:ext cx="6286500" cy="53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40640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+mn-lt"/>
              <a:buChar char="•"/>
              <a:defRPr sz="2800" b="0" i="0" u="none" strike="noStrike" cap="none">
                <a:solidFill>
                  <a:schemeClr val="dk1"/>
                </a:solidFill>
                <a:latin typeface="+mn-lt"/>
                <a:ea typeface="+mn-lt"/>
                <a:cs typeface="+mn-lt"/>
                <a:sym typeface="+mn-lt"/>
              </a:defRPr>
            </a:lvl1pPr>
            <a:lvl2pPr marL="914400" marR="0" lvl="1" indent="-381000" algn="l" rtl="0">
              <a:lnSpc>
                <a:spcPct val="11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+mn-lt"/>
              <a:buChar char="•"/>
              <a:defRPr sz="2400" b="0" i="0" u="none" strike="noStrike" cap="none">
                <a:solidFill>
                  <a:schemeClr val="dk1"/>
                </a:solidFill>
                <a:latin typeface="+mn-lt"/>
                <a:ea typeface="+mn-lt"/>
                <a:cs typeface="+mn-lt"/>
                <a:sym typeface="+mn-lt"/>
              </a:defRPr>
            </a:lvl2pPr>
            <a:lvl3pPr marL="1371600" marR="0" lvl="2" indent="-355600" algn="l" rtl="0">
              <a:lnSpc>
                <a:spcPct val="11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+mn-lt"/>
              <a:buChar char="•"/>
              <a:defRPr sz="2000" b="0" i="0" u="none" strike="noStrike" cap="none">
                <a:solidFill>
                  <a:schemeClr val="dk1"/>
                </a:solidFill>
                <a:latin typeface="+mn-lt"/>
                <a:ea typeface="+mn-lt"/>
                <a:cs typeface="+mn-lt"/>
                <a:sym typeface="+mn-lt"/>
              </a:defRPr>
            </a:lvl3pPr>
            <a:lvl4pPr marL="1828800" marR="0" lvl="3" indent="-342900" algn="l" rtl="0">
              <a:lnSpc>
                <a:spcPct val="11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+mn-lt"/>
              <a:buChar char="•"/>
              <a:defRPr sz="1800" b="0" i="0" u="none" strike="noStrike" cap="none">
                <a:solidFill>
                  <a:schemeClr val="dk1"/>
                </a:solidFill>
                <a:latin typeface="+mn-lt"/>
                <a:ea typeface="+mn-lt"/>
                <a:cs typeface="+mn-lt"/>
                <a:sym typeface="+mn-lt"/>
              </a:defRPr>
            </a:lvl4pPr>
            <a:lvl5pPr marL="2286000" marR="0" lvl="4" indent="-342900" algn="l" rtl="0">
              <a:lnSpc>
                <a:spcPct val="11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+mn-lt"/>
              <a:buChar char="•"/>
              <a:defRPr sz="1800" b="0" i="0" u="none" strike="noStrike" cap="none">
                <a:solidFill>
                  <a:schemeClr val="dk1"/>
                </a:solidFill>
                <a:latin typeface="+mn-lt"/>
                <a:ea typeface="+mn-lt"/>
                <a:cs typeface="+mn-lt"/>
                <a:sym typeface="+mn-lt"/>
              </a:defRPr>
            </a:lvl5pPr>
            <a:lvl6pPr marL="2743200" marR="0" lvl="5" indent="-342900" algn="l" rtl="0">
              <a:lnSpc>
                <a:spcPct val="11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+mn-lt"/>
              <a:buChar char="•"/>
              <a:defRPr sz="1800" b="0" i="0" u="none" strike="noStrike" cap="none">
                <a:solidFill>
                  <a:schemeClr val="dk1"/>
                </a:solidFill>
                <a:latin typeface="+mn-lt"/>
                <a:ea typeface="+mn-lt"/>
                <a:cs typeface="+mn-lt"/>
                <a:sym typeface="+mn-lt"/>
              </a:defRPr>
            </a:lvl6pPr>
            <a:lvl7pPr marL="3200400" marR="0" lvl="6" indent="-342900" algn="l" rtl="0">
              <a:lnSpc>
                <a:spcPct val="11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+mn-lt"/>
              <a:buChar char="•"/>
              <a:defRPr sz="1800" b="0" i="0" u="none" strike="noStrike" cap="none">
                <a:solidFill>
                  <a:schemeClr val="dk1"/>
                </a:solidFill>
                <a:latin typeface="+mn-lt"/>
                <a:ea typeface="+mn-lt"/>
                <a:cs typeface="+mn-lt"/>
                <a:sym typeface="+mn-lt"/>
              </a:defRPr>
            </a:lvl7pPr>
            <a:lvl8pPr marL="3657600" marR="0" lvl="7" indent="-342900" algn="l" rtl="0">
              <a:lnSpc>
                <a:spcPct val="11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+mn-lt"/>
              <a:buChar char="•"/>
              <a:defRPr sz="1800" b="0" i="0" u="none" strike="noStrike" cap="none">
                <a:solidFill>
                  <a:schemeClr val="dk1"/>
                </a:solidFill>
                <a:latin typeface="+mn-lt"/>
                <a:ea typeface="+mn-lt"/>
                <a:cs typeface="+mn-lt"/>
                <a:sym typeface="+mn-lt"/>
              </a:defRPr>
            </a:lvl8pPr>
            <a:lvl9pPr marL="4114800" marR="0" lvl="8" indent="-342900" algn="l" rtl="0">
              <a:lnSpc>
                <a:spcPct val="110000"/>
              </a:lnSpc>
              <a:spcBef>
                <a:spcPts val="1500"/>
              </a:spcBef>
              <a:spcAft>
                <a:spcPts val="1500"/>
              </a:spcAft>
              <a:buClr>
                <a:schemeClr val="dk1"/>
              </a:buClr>
              <a:buSzPts val="1800"/>
              <a:buFont typeface="+mn-lt"/>
              <a:buChar char="•"/>
              <a:defRPr sz="1800" b="0" i="0" u="none" strike="noStrike" cap="none">
                <a:solidFill>
                  <a:schemeClr val="dk1"/>
                </a:solidFill>
                <a:latin typeface="+mn-lt"/>
                <a:ea typeface="+mn-lt"/>
                <a:cs typeface="+mn-lt"/>
                <a:sym typeface="+mn-l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One Column">
  <p:cSld name="Title and One Column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76"/>
          <p:cNvSpPr txBox="1">
            <a:spLocks noGrp="1"/>
          </p:cNvSpPr>
          <p:nvPr>
            <p:ph type="title"/>
          </p:nvPr>
        </p:nvSpPr>
        <p:spPr>
          <a:xfrm>
            <a:off x="857250" y="666750"/>
            <a:ext cx="13525500" cy="1047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R="0" lvl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+mn-lt"/>
              <a:buNone/>
              <a:defRPr sz="4400" b="0" i="0" u="none" strike="noStrike" cap="none">
                <a:solidFill>
                  <a:schemeClr val="dk1"/>
                </a:solidFill>
                <a:latin typeface="+mn-lt"/>
                <a:ea typeface="+mn-lt"/>
                <a:cs typeface="+mn-lt"/>
                <a:sym typeface="+mn-lt"/>
              </a:defRPr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800"/>
              <a:buFont typeface="+mn-lt"/>
              <a:buNone/>
              <a:defRPr sz="1800"/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800"/>
              <a:buFont typeface="+mn-lt"/>
              <a:buNone/>
              <a:defRPr sz="1800"/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800"/>
              <a:buFont typeface="+mn-lt"/>
              <a:buNone/>
              <a:defRPr sz="1800"/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800"/>
              <a:buFont typeface="+mn-lt"/>
              <a:buNone/>
              <a:defRPr sz="1800"/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800"/>
              <a:buFont typeface="+mn-lt"/>
              <a:buNone/>
              <a:defRPr sz="1800"/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800"/>
              <a:buFont typeface="+mn-lt"/>
              <a:buNone/>
              <a:defRPr sz="1800"/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800"/>
              <a:buFont typeface="+mn-lt"/>
              <a:buNone/>
              <a:defRPr sz="1800"/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800"/>
              <a:buFont typeface="+mn-lt"/>
              <a:buNone/>
              <a:defRPr sz="1800"/>
            </a:lvl9pPr>
          </a:lstStyle>
          <a:p>
            <a:endParaRPr/>
          </a:p>
        </p:txBody>
      </p:sp>
      <p:sp>
        <p:nvSpPr>
          <p:cNvPr id="25" name="Google Shape;25;p76"/>
          <p:cNvSpPr txBox="1">
            <a:spLocks noGrp="1"/>
          </p:cNvSpPr>
          <p:nvPr>
            <p:ph type="body" idx="1"/>
          </p:nvPr>
        </p:nvSpPr>
        <p:spPr>
          <a:xfrm>
            <a:off x="857250" y="2381250"/>
            <a:ext cx="6286500" cy="53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40640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+mn-lt"/>
              <a:buChar char="•"/>
              <a:defRPr sz="2800" b="0" i="0" u="none" strike="noStrike" cap="none">
                <a:solidFill>
                  <a:schemeClr val="dk1"/>
                </a:solidFill>
                <a:latin typeface="+mn-lt"/>
                <a:ea typeface="+mn-lt"/>
                <a:cs typeface="+mn-lt"/>
                <a:sym typeface="+mn-lt"/>
              </a:defRPr>
            </a:lvl1pPr>
            <a:lvl2pPr marL="914400" marR="0" lvl="1" indent="-381000" algn="l" rtl="0">
              <a:lnSpc>
                <a:spcPct val="11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+mn-lt"/>
              <a:buChar char="•"/>
              <a:defRPr sz="2400" b="0" i="0" u="none" strike="noStrike" cap="none">
                <a:solidFill>
                  <a:schemeClr val="dk1"/>
                </a:solidFill>
                <a:latin typeface="+mn-lt"/>
                <a:ea typeface="+mn-lt"/>
                <a:cs typeface="+mn-lt"/>
                <a:sym typeface="+mn-lt"/>
              </a:defRPr>
            </a:lvl2pPr>
            <a:lvl3pPr marL="1371600" marR="0" lvl="2" indent="-355600" algn="l" rtl="0">
              <a:lnSpc>
                <a:spcPct val="11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+mn-lt"/>
              <a:buChar char="•"/>
              <a:defRPr sz="2000" b="0" i="0" u="none" strike="noStrike" cap="none">
                <a:solidFill>
                  <a:schemeClr val="dk1"/>
                </a:solidFill>
                <a:latin typeface="+mn-lt"/>
                <a:ea typeface="+mn-lt"/>
                <a:cs typeface="+mn-lt"/>
                <a:sym typeface="+mn-lt"/>
              </a:defRPr>
            </a:lvl3pPr>
            <a:lvl4pPr marL="1828800" marR="0" lvl="3" indent="-342900" algn="l" rtl="0">
              <a:lnSpc>
                <a:spcPct val="11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+mn-lt"/>
              <a:buChar char="•"/>
              <a:defRPr sz="1800" b="0" i="0" u="none" strike="noStrike" cap="none">
                <a:solidFill>
                  <a:schemeClr val="dk1"/>
                </a:solidFill>
                <a:latin typeface="+mn-lt"/>
                <a:ea typeface="+mn-lt"/>
                <a:cs typeface="+mn-lt"/>
                <a:sym typeface="+mn-lt"/>
              </a:defRPr>
            </a:lvl4pPr>
            <a:lvl5pPr marL="2286000" marR="0" lvl="4" indent="-342900" algn="l" rtl="0">
              <a:lnSpc>
                <a:spcPct val="11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+mn-lt"/>
              <a:buChar char="•"/>
              <a:defRPr sz="1800" b="0" i="0" u="none" strike="noStrike" cap="none">
                <a:solidFill>
                  <a:schemeClr val="dk1"/>
                </a:solidFill>
                <a:latin typeface="+mn-lt"/>
                <a:ea typeface="+mn-lt"/>
                <a:cs typeface="+mn-lt"/>
                <a:sym typeface="+mn-lt"/>
              </a:defRPr>
            </a:lvl5pPr>
            <a:lvl6pPr marL="2743200" marR="0" lvl="5" indent="-342900" algn="l" rtl="0">
              <a:lnSpc>
                <a:spcPct val="11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+mn-lt"/>
              <a:buChar char="•"/>
              <a:defRPr sz="1800" b="0" i="0" u="none" strike="noStrike" cap="none">
                <a:solidFill>
                  <a:schemeClr val="dk1"/>
                </a:solidFill>
                <a:latin typeface="+mn-lt"/>
                <a:ea typeface="+mn-lt"/>
                <a:cs typeface="+mn-lt"/>
                <a:sym typeface="+mn-lt"/>
              </a:defRPr>
            </a:lvl6pPr>
            <a:lvl7pPr marL="3200400" marR="0" lvl="6" indent="-342900" algn="l" rtl="0">
              <a:lnSpc>
                <a:spcPct val="11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+mn-lt"/>
              <a:buChar char="•"/>
              <a:defRPr sz="1800" b="0" i="0" u="none" strike="noStrike" cap="none">
                <a:solidFill>
                  <a:schemeClr val="dk1"/>
                </a:solidFill>
                <a:latin typeface="+mn-lt"/>
                <a:ea typeface="+mn-lt"/>
                <a:cs typeface="+mn-lt"/>
                <a:sym typeface="+mn-lt"/>
              </a:defRPr>
            </a:lvl7pPr>
            <a:lvl8pPr marL="3657600" marR="0" lvl="7" indent="-342900" algn="l" rtl="0">
              <a:lnSpc>
                <a:spcPct val="11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+mn-lt"/>
              <a:buChar char="•"/>
              <a:defRPr sz="1800" b="0" i="0" u="none" strike="noStrike" cap="none">
                <a:solidFill>
                  <a:schemeClr val="dk1"/>
                </a:solidFill>
                <a:latin typeface="+mn-lt"/>
                <a:ea typeface="+mn-lt"/>
                <a:cs typeface="+mn-lt"/>
                <a:sym typeface="+mn-lt"/>
              </a:defRPr>
            </a:lvl8pPr>
            <a:lvl9pPr marL="4114800" marR="0" lvl="8" indent="-342900" algn="l" rtl="0">
              <a:lnSpc>
                <a:spcPct val="110000"/>
              </a:lnSpc>
              <a:spcBef>
                <a:spcPts val="1500"/>
              </a:spcBef>
              <a:spcAft>
                <a:spcPts val="1500"/>
              </a:spcAft>
              <a:buClr>
                <a:schemeClr val="dk1"/>
              </a:buClr>
              <a:buSzPts val="1800"/>
              <a:buFont typeface="+mn-lt"/>
              <a:buChar char="•"/>
              <a:defRPr sz="1800" b="0" i="0" u="none" strike="noStrike" cap="none">
                <a:solidFill>
                  <a:schemeClr val="dk1"/>
                </a:solidFill>
                <a:latin typeface="+mn-lt"/>
                <a:ea typeface="+mn-lt"/>
                <a:cs typeface="+mn-lt"/>
                <a:sym typeface="+mn-l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72"/>
          <p:cNvSpPr txBox="1">
            <a:spLocks noGrp="1"/>
          </p:cNvSpPr>
          <p:nvPr>
            <p:ph type="title"/>
          </p:nvPr>
        </p:nvSpPr>
        <p:spPr>
          <a:xfrm>
            <a:off x="1524000" y="3238500"/>
            <a:ext cx="12192000" cy="1238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marR="0" lvl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+mn-lt"/>
              <a:buNone/>
              <a:defRPr sz="4400" b="0" i="0" u="none" strike="noStrike" cap="none">
                <a:solidFill>
                  <a:schemeClr val="dk1"/>
                </a:solidFill>
                <a:latin typeface="+mn-lt"/>
                <a:ea typeface="+mn-lt"/>
                <a:cs typeface="+mn-lt"/>
                <a:sym typeface="+mn-lt"/>
              </a:defRPr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800"/>
              <a:buFont typeface="+mn-lt"/>
              <a:buNone/>
              <a:defRPr sz="1800"/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800"/>
              <a:buFont typeface="+mn-lt"/>
              <a:buNone/>
              <a:defRPr sz="1800"/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800"/>
              <a:buFont typeface="+mn-lt"/>
              <a:buNone/>
              <a:defRPr sz="1800"/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800"/>
              <a:buFont typeface="+mn-lt"/>
              <a:buNone/>
              <a:defRPr sz="1800"/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800"/>
              <a:buFont typeface="+mn-lt"/>
              <a:buNone/>
              <a:defRPr sz="1800"/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800"/>
              <a:buFont typeface="+mn-lt"/>
              <a:buNone/>
              <a:defRPr sz="1800"/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800"/>
              <a:buFont typeface="+mn-lt"/>
              <a:buNone/>
              <a:defRPr sz="1800"/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800"/>
              <a:buFont typeface="+mn-lt"/>
              <a:buNone/>
              <a:defRPr sz="1800"/>
            </a:lvl9pPr>
          </a:lstStyle>
          <a:p>
            <a:endParaRPr/>
          </a:p>
        </p:txBody>
      </p:sp>
      <p:sp>
        <p:nvSpPr>
          <p:cNvPr id="13" name="Google Shape;13;p72"/>
          <p:cNvSpPr txBox="1">
            <a:spLocks noGrp="1"/>
          </p:cNvSpPr>
          <p:nvPr>
            <p:ph type="subTitle" idx="1"/>
          </p:nvPr>
        </p:nvSpPr>
        <p:spPr>
          <a:xfrm>
            <a:off x="2286000" y="4714875"/>
            <a:ext cx="10668000" cy="95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marR="0" lvl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+mn-lt"/>
              <a:buNone/>
              <a:defRPr sz="2800" b="0" i="0" u="none" strike="noStrike" cap="none">
                <a:solidFill>
                  <a:schemeClr val="dk1"/>
                </a:solidFill>
                <a:latin typeface="+mn-lt"/>
                <a:ea typeface="+mn-lt"/>
                <a:cs typeface="+mn-lt"/>
                <a:sym typeface="+mn-lt"/>
              </a:defRPr>
            </a:lvl1pPr>
            <a:lvl2pPr marR="0" lvl="1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+mn-lt"/>
              <a:buNone/>
              <a:defRPr sz="2400" b="0" i="0" u="none" strike="noStrike" cap="none">
                <a:solidFill>
                  <a:schemeClr val="dk1"/>
                </a:solidFill>
                <a:latin typeface="+mn-lt"/>
                <a:ea typeface="+mn-lt"/>
                <a:cs typeface="+mn-lt"/>
                <a:sym typeface="+mn-lt"/>
              </a:defRPr>
            </a:lvl2pPr>
            <a:lvl3pPr marR="0" lvl="2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+mn-lt"/>
              <a:buNone/>
              <a:defRPr sz="2000" b="0" i="0" u="none" strike="noStrike" cap="none">
                <a:solidFill>
                  <a:schemeClr val="dk1"/>
                </a:solidFill>
                <a:latin typeface="+mn-lt"/>
                <a:ea typeface="+mn-lt"/>
                <a:cs typeface="+mn-lt"/>
                <a:sym typeface="+mn-lt"/>
              </a:defRPr>
            </a:lvl3pPr>
            <a:lvl4pPr marR="0" lvl="3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+mn-lt"/>
              <a:buNone/>
              <a:defRPr sz="1800" b="0" i="0" u="none" strike="noStrike" cap="none">
                <a:solidFill>
                  <a:schemeClr val="dk1"/>
                </a:solidFill>
                <a:latin typeface="+mn-lt"/>
                <a:ea typeface="+mn-lt"/>
                <a:cs typeface="+mn-lt"/>
                <a:sym typeface="+mn-lt"/>
              </a:defRPr>
            </a:lvl4pPr>
            <a:lvl5pPr marR="0" lvl="4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+mn-lt"/>
              <a:buNone/>
              <a:defRPr sz="1800" b="0" i="0" u="none" strike="noStrike" cap="none">
                <a:solidFill>
                  <a:schemeClr val="dk1"/>
                </a:solidFill>
                <a:latin typeface="+mn-lt"/>
                <a:ea typeface="+mn-lt"/>
                <a:cs typeface="+mn-lt"/>
                <a:sym typeface="+mn-lt"/>
              </a:defRPr>
            </a:lvl5pPr>
            <a:lvl6pPr marR="0" lvl="5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+mn-lt"/>
              <a:buNone/>
              <a:defRPr sz="1800" b="0" i="0" u="none" strike="noStrike" cap="none">
                <a:solidFill>
                  <a:schemeClr val="dk1"/>
                </a:solidFill>
                <a:latin typeface="+mn-lt"/>
                <a:ea typeface="+mn-lt"/>
                <a:cs typeface="+mn-lt"/>
                <a:sym typeface="+mn-lt"/>
              </a:defRPr>
            </a:lvl6pPr>
            <a:lvl7pPr marR="0" lvl="6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+mn-lt"/>
              <a:buNone/>
              <a:defRPr sz="1800" b="0" i="0" u="none" strike="noStrike" cap="none">
                <a:solidFill>
                  <a:schemeClr val="dk1"/>
                </a:solidFill>
                <a:latin typeface="+mn-lt"/>
                <a:ea typeface="+mn-lt"/>
                <a:cs typeface="+mn-lt"/>
                <a:sym typeface="+mn-lt"/>
              </a:defRPr>
            </a:lvl7pPr>
            <a:lvl8pPr marR="0" lvl="7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+mn-lt"/>
              <a:buNone/>
              <a:defRPr sz="1800" b="0" i="0" u="none" strike="noStrike" cap="none">
                <a:solidFill>
                  <a:schemeClr val="dk1"/>
                </a:solidFill>
                <a:latin typeface="+mn-lt"/>
                <a:ea typeface="+mn-lt"/>
                <a:cs typeface="+mn-lt"/>
                <a:sym typeface="+mn-lt"/>
              </a:defRPr>
            </a:lvl8pPr>
            <a:lvl9pPr marR="0" lvl="8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+mn-lt"/>
              <a:buNone/>
              <a:defRPr sz="1800" b="0" i="0" u="none" strike="noStrike" cap="none">
                <a:solidFill>
                  <a:schemeClr val="dk1"/>
                </a:solidFill>
                <a:latin typeface="+mn-lt"/>
                <a:ea typeface="+mn-lt"/>
                <a:cs typeface="+mn-lt"/>
                <a:sym typeface="+mn-l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>
  <p:cSld name="Section Header"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73"/>
          <p:cNvSpPr txBox="1">
            <a:spLocks noGrp="1"/>
          </p:cNvSpPr>
          <p:nvPr>
            <p:ph type="title"/>
          </p:nvPr>
        </p:nvSpPr>
        <p:spPr>
          <a:xfrm>
            <a:off x="1524000" y="3571875"/>
            <a:ext cx="12192000" cy="1428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marR="0" lvl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+mn-lt"/>
              <a:buNone/>
              <a:defRPr sz="4400" b="0" i="0" u="none" strike="noStrike" cap="none">
                <a:solidFill>
                  <a:schemeClr val="dk1"/>
                </a:solidFill>
                <a:latin typeface="+mn-lt"/>
                <a:ea typeface="+mn-lt"/>
                <a:cs typeface="+mn-lt"/>
                <a:sym typeface="+mn-lt"/>
              </a:defRPr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800"/>
              <a:buFont typeface="+mn-lt"/>
              <a:buNone/>
              <a:defRPr sz="1800"/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800"/>
              <a:buFont typeface="+mn-lt"/>
              <a:buNone/>
              <a:defRPr sz="1800"/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800"/>
              <a:buFont typeface="+mn-lt"/>
              <a:buNone/>
              <a:defRPr sz="1800"/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800"/>
              <a:buFont typeface="+mn-lt"/>
              <a:buNone/>
              <a:defRPr sz="1800"/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800"/>
              <a:buFont typeface="+mn-lt"/>
              <a:buNone/>
              <a:defRPr sz="1800"/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800"/>
              <a:buFont typeface="+mn-lt"/>
              <a:buNone/>
              <a:defRPr sz="1800"/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800"/>
              <a:buFont typeface="+mn-lt"/>
              <a:buNone/>
              <a:defRPr sz="1800"/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800"/>
              <a:buFont typeface="+mn-lt"/>
              <a:buNone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>
  <p:cSld name="Title and 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74"/>
          <p:cNvSpPr txBox="1">
            <a:spLocks noGrp="1"/>
          </p:cNvSpPr>
          <p:nvPr>
            <p:ph type="title"/>
          </p:nvPr>
        </p:nvSpPr>
        <p:spPr>
          <a:xfrm>
            <a:off x="857250" y="666750"/>
            <a:ext cx="13525500" cy="1047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R="0" lvl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+mn-lt"/>
              <a:buNone/>
              <a:defRPr sz="4400" b="0" i="0" u="none" strike="noStrike" cap="none">
                <a:solidFill>
                  <a:schemeClr val="dk1"/>
                </a:solidFill>
                <a:latin typeface="+mn-lt"/>
                <a:ea typeface="+mn-lt"/>
                <a:cs typeface="+mn-lt"/>
                <a:sym typeface="+mn-lt"/>
              </a:defRPr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800"/>
              <a:buFont typeface="+mn-lt"/>
              <a:buNone/>
              <a:defRPr sz="1800"/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800"/>
              <a:buFont typeface="+mn-lt"/>
              <a:buNone/>
              <a:defRPr sz="1800"/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800"/>
              <a:buFont typeface="+mn-lt"/>
              <a:buNone/>
              <a:defRPr sz="1800"/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800"/>
              <a:buFont typeface="+mn-lt"/>
              <a:buNone/>
              <a:defRPr sz="1800"/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800"/>
              <a:buFont typeface="+mn-lt"/>
              <a:buNone/>
              <a:defRPr sz="1800"/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800"/>
              <a:buFont typeface="+mn-lt"/>
              <a:buNone/>
              <a:defRPr sz="1800"/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800"/>
              <a:buFont typeface="+mn-lt"/>
              <a:buNone/>
              <a:defRPr sz="1800"/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800"/>
              <a:buFont typeface="+mn-lt"/>
              <a:buNone/>
              <a:defRPr sz="1800"/>
            </a:lvl9pPr>
          </a:lstStyle>
          <a:p>
            <a:endParaRPr/>
          </a:p>
        </p:txBody>
      </p:sp>
      <p:sp>
        <p:nvSpPr>
          <p:cNvPr id="18" name="Google Shape;18;p74"/>
          <p:cNvSpPr txBox="1">
            <a:spLocks noGrp="1"/>
          </p:cNvSpPr>
          <p:nvPr>
            <p:ph type="body" idx="1"/>
          </p:nvPr>
        </p:nvSpPr>
        <p:spPr>
          <a:xfrm>
            <a:off x="857250" y="2381250"/>
            <a:ext cx="13525500" cy="53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40640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+mn-lt"/>
              <a:buChar char="•"/>
              <a:defRPr sz="2800" b="0" i="0" u="none" strike="noStrike" cap="none">
                <a:solidFill>
                  <a:schemeClr val="dk1"/>
                </a:solidFill>
                <a:latin typeface="+mn-lt"/>
                <a:ea typeface="+mn-lt"/>
                <a:cs typeface="+mn-lt"/>
                <a:sym typeface="+mn-lt"/>
              </a:defRPr>
            </a:lvl1pPr>
            <a:lvl2pPr marL="914400" marR="0" lvl="1" indent="-381000" algn="l" rtl="0">
              <a:lnSpc>
                <a:spcPct val="11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+mn-lt"/>
              <a:buChar char="•"/>
              <a:defRPr sz="2400" b="0" i="0" u="none" strike="noStrike" cap="none">
                <a:solidFill>
                  <a:schemeClr val="dk1"/>
                </a:solidFill>
                <a:latin typeface="+mn-lt"/>
                <a:ea typeface="+mn-lt"/>
                <a:cs typeface="+mn-lt"/>
                <a:sym typeface="+mn-lt"/>
              </a:defRPr>
            </a:lvl2pPr>
            <a:lvl3pPr marL="1371600" marR="0" lvl="2" indent="-355600" algn="l" rtl="0">
              <a:lnSpc>
                <a:spcPct val="11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+mn-lt"/>
              <a:buChar char="•"/>
              <a:defRPr sz="2000" b="0" i="0" u="none" strike="noStrike" cap="none">
                <a:solidFill>
                  <a:schemeClr val="dk1"/>
                </a:solidFill>
                <a:latin typeface="+mn-lt"/>
                <a:ea typeface="+mn-lt"/>
                <a:cs typeface="+mn-lt"/>
                <a:sym typeface="+mn-lt"/>
              </a:defRPr>
            </a:lvl3pPr>
            <a:lvl4pPr marL="1828800" marR="0" lvl="3" indent="-342900" algn="l" rtl="0">
              <a:lnSpc>
                <a:spcPct val="11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+mn-lt"/>
              <a:buChar char="•"/>
              <a:defRPr sz="1800" b="0" i="0" u="none" strike="noStrike" cap="none">
                <a:solidFill>
                  <a:schemeClr val="dk1"/>
                </a:solidFill>
                <a:latin typeface="+mn-lt"/>
                <a:ea typeface="+mn-lt"/>
                <a:cs typeface="+mn-lt"/>
                <a:sym typeface="+mn-lt"/>
              </a:defRPr>
            </a:lvl4pPr>
            <a:lvl5pPr marL="2286000" marR="0" lvl="4" indent="-342900" algn="l" rtl="0">
              <a:lnSpc>
                <a:spcPct val="11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+mn-lt"/>
              <a:buChar char="•"/>
              <a:defRPr sz="1800" b="0" i="0" u="none" strike="noStrike" cap="none">
                <a:solidFill>
                  <a:schemeClr val="dk1"/>
                </a:solidFill>
                <a:latin typeface="+mn-lt"/>
                <a:ea typeface="+mn-lt"/>
                <a:cs typeface="+mn-lt"/>
                <a:sym typeface="+mn-lt"/>
              </a:defRPr>
            </a:lvl5pPr>
            <a:lvl6pPr marL="2743200" marR="0" lvl="5" indent="-342900" algn="l" rtl="0">
              <a:lnSpc>
                <a:spcPct val="11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+mn-lt"/>
              <a:buChar char="•"/>
              <a:defRPr sz="1800" b="0" i="0" u="none" strike="noStrike" cap="none">
                <a:solidFill>
                  <a:schemeClr val="dk1"/>
                </a:solidFill>
                <a:latin typeface="+mn-lt"/>
                <a:ea typeface="+mn-lt"/>
                <a:cs typeface="+mn-lt"/>
                <a:sym typeface="+mn-lt"/>
              </a:defRPr>
            </a:lvl6pPr>
            <a:lvl7pPr marL="3200400" marR="0" lvl="6" indent="-342900" algn="l" rtl="0">
              <a:lnSpc>
                <a:spcPct val="11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+mn-lt"/>
              <a:buChar char="•"/>
              <a:defRPr sz="1800" b="0" i="0" u="none" strike="noStrike" cap="none">
                <a:solidFill>
                  <a:schemeClr val="dk1"/>
                </a:solidFill>
                <a:latin typeface="+mn-lt"/>
                <a:ea typeface="+mn-lt"/>
                <a:cs typeface="+mn-lt"/>
                <a:sym typeface="+mn-lt"/>
              </a:defRPr>
            </a:lvl7pPr>
            <a:lvl8pPr marL="3657600" marR="0" lvl="7" indent="-342900" algn="l" rtl="0">
              <a:lnSpc>
                <a:spcPct val="11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+mn-lt"/>
              <a:buChar char="•"/>
              <a:defRPr sz="1800" b="0" i="0" u="none" strike="noStrike" cap="none">
                <a:solidFill>
                  <a:schemeClr val="dk1"/>
                </a:solidFill>
                <a:latin typeface="+mn-lt"/>
                <a:ea typeface="+mn-lt"/>
                <a:cs typeface="+mn-lt"/>
                <a:sym typeface="+mn-lt"/>
              </a:defRPr>
            </a:lvl8pPr>
            <a:lvl9pPr marL="4114800" marR="0" lvl="8" indent="-342900" algn="l" rtl="0">
              <a:lnSpc>
                <a:spcPct val="110000"/>
              </a:lnSpc>
              <a:spcBef>
                <a:spcPts val="1500"/>
              </a:spcBef>
              <a:spcAft>
                <a:spcPts val="1500"/>
              </a:spcAft>
              <a:buClr>
                <a:schemeClr val="dk1"/>
              </a:buClr>
              <a:buSzPts val="1800"/>
              <a:buFont typeface="+mn-lt"/>
              <a:buChar char="•"/>
              <a:defRPr sz="1800" b="0" i="0" u="none" strike="noStrike" cap="none">
                <a:solidFill>
                  <a:schemeClr val="dk1"/>
                </a:solidFill>
                <a:latin typeface="+mn-lt"/>
                <a:ea typeface="+mn-lt"/>
                <a:cs typeface="+mn-lt"/>
                <a:sym typeface="+mn-l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">
  <p:cSld name="Title and Two Column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75"/>
          <p:cNvSpPr txBox="1">
            <a:spLocks noGrp="1"/>
          </p:cNvSpPr>
          <p:nvPr>
            <p:ph type="title"/>
          </p:nvPr>
        </p:nvSpPr>
        <p:spPr>
          <a:xfrm>
            <a:off x="857250" y="666750"/>
            <a:ext cx="13525500" cy="1047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R="0" lvl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+mn-lt"/>
              <a:buNone/>
              <a:defRPr sz="4400" b="0" i="0" u="none" strike="noStrike" cap="none">
                <a:solidFill>
                  <a:schemeClr val="dk1"/>
                </a:solidFill>
                <a:latin typeface="+mn-lt"/>
                <a:ea typeface="+mn-lt"/>
                <a:cs typeface="+mn-lt"/>
                <a:sym typeface="+mn-lt"/>
              </a:defRPr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800"/>
              <a:buFont typeface="+mn-lt"/>
              <a:buNone/>
              <a:defRPr sz="1800"/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800"/>
              <a:buFont typeface="+mn-lt"/>
              <a:buNone/>
              <a:defRPr sz="1800"/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800"/>
              <a:buFont typeface="+mn-lt"/>
              <a:buNone/>
              <a:defRPr sz="1800"/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800"/>
              <a:buFont typeface="+mn-lt"/>
              <a:buNone/>
              <a:defRPr sz="1800"/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800"/>
              <a:buFont typeface="+mn-lt"/>
              <a:buNone/>
              <a:defRPr sz="1800"/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800"/>
              <a:buFont typeface="+mn-lt"/>
              <a:buNone/>
              <a:defRPr sz="1800"/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800"/>
              <a:buFont typeface="+mn-lt"/>
              <a:buNone/>
              <a:defRPr sz="1800"/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800"/>
              <a:buFont typeface="+mn-lt"/>
              <a:buNone/>
              <a:defRPr sz="1800"/>
            </a:lvl9pPr>
          </a:lstStyle>
          <a:p>
            <a:endParaRPr/>
          </a:p>
        </p:txBody>
      </p:sp>
      <p:sp>
        <p:nvSpPr>
          <p:cNvPr id="21" name="Google Shape;21;p75"/>
          <p:cNvSpPr txBox="1">
            <a:spLocks noGrp="1"/>
          </p:cNvSpPr>
          <p:nvPr>
            <p:ph type="body" idx="1"/>
          </p:nvPr>
        </p:nvSpPr>
        <p:spPr>
          <a:xfrm>
            <a:off x="857250" y="2381250"/>
            <a:ext cx="6286500" cy="53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40640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+mn-lt"/>
              <a:buChar char="•"/>
              <a:defRPr sz="2800" b="0" i="0" u="none" strike="noStrike" cap="none">
                <a:solidFill>
                  <a:schemeClr val="dk1"/>
                </a:solidFill>
                <a:latin typeface="+mn-lt"/>
                <a:ea typeface="+mn-lt"/>
                <a:cs typeface="+mn-lt"/>
                <a:sym typeface="+mn-lt"/>
              </a:defRPr>
            </a:lvl1pPr>
            <a:lvl2pPr marL="914400" marR="0" lvl="1" indent="-381000" algn="l" rtl="0">
              <a:lnSpc>
                <a:spcPct val="11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+mn-lt"/>
              <a:buChar char="•"/>
              <a:defRPr sz="2400" b="0" i="0" u="none" strike="noStrike" cap="none">
                <a:solidFill>
                  <a:schemeClr val="dk1"/>
                </a:solidFill>
                <a:latin typeface="+mn-lt"/>
                <a:ea typeface="+mn-lt"/>
                <a:cs typeface="+mn-lt"/>
                <a:sym typeface="+mn-lt"/>
              </a:defRPr>
            </a:lvl2pPr>
            <a:lvl3pPr marL="1371600" marR="0" lvl="2" indent="-355600" algn="l" rtl="0">
              <a:lnSpc>
                <a:spcPct val="11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+mn-lt"/>
              <a:buChar char="•"/>
              <a:defRPr sz="2000" b="0" i="0" u="none" strike="noStrike" cap="none">
                <a:solidFill>
                  <a:schemeClr val="dk1"/>
                </a:solidFill>
                <a:latin typeface="+mn-lt"/>
                <a:ea typeface="+mn-lt"/>
                <a:cs typeface="+mn-lt"/>
                <a:sym typeface="+mn-lt"/>
              </a:defRPr>
            </a:lvl3pPr>
            <a:lvl4pPr marL="1828800" marR="0" lvl="3" indent="-342900" algn="l" rtl="0">
              <a:lnSpc>
                <a:spcPct val="11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+mn-lt"/>
              <a:buChar char="•"/>
              <a:defRPr sz="1800" b="0" i="0" u="none" strike="noStrike" cap="none">
                <a:solidFill>
                  <a:schemeClr val="dk1"/>
                </a:solidFill>
                <a:latin typeface="+mn-lt"/>
                <a:ea typeface="+mn-lt"/>
                <a:cs typeface="+mn-lt"/>
                <a:sym typeface="+mn-lt"/>
              </a:defRPr>
            </a:lvl4pPr>
            <a:lvl5pPr marL="2286000" marR="0" lvl="4" indent="-342900" algn="l" rtl="0">
              <a:lnSpc>
                <a:spcPct val="11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+mn-lt"/>
              <a:buChar char="•"/>
              <a:defRPr sz="1800" b="0" i="0" u="none" strike="noStrike" cap="none">
                <a:solidFill>
                  <a:schemeClr val="dk1"/>
                </a:solidFill>
                <a:latin typeface="+mn-lt"/>
                <a:ea typeface="+mn-lt"/>
                <a:cs typeface="+mn-lt"/>
                <a:sym typeface="+mn-lt"/>
              </a:defRPr>
            </a:lvl5pPr>
            <a:lvl6pPr marL="2743200" marR="0" lvl="5" indent="-342900" algn="l" rtl="0">
              <a:lnSpc>
                <a:spcPct val="11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+mn-lt"/>
              <a:buChar char="•"/>
              <a:defRPr sz="1800" b="0" i="0" u="none" strike="noStrike" cap="none">
                <a:solidFill>
                  <a:schemeClr val="dk1"/>
                </a:solidFill>
                <a:latin typeface="+mn-lt"/>
                <a:ea typeface="+mn-lt"/>
                <a:cs typeface="+mn-lt"/>
                <a:sym typeface="+mn-lt"/>
              </a:defRPr>
            </a:lvl6pPr>
            <a:lvl7pPr marL="3200400" marR="0" lvl="6" indent="-342900" algn="l" rtl="0">
              <a:lnSpc>
                <a:spcPct val="11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+mn-lt"/>
              <a:buChar char="•"/>
              <a:defRPr sz="1800" b="0" i="0" u="none" strike="noStrike" cap="none">
                <a:solidFill>
                  <a:schemeClr val="dk1"/>
                </a:solidFill>
                <a:latin typeface="+mn-lt"/>
                <a:ea typeface="+mn-lt"/>
                <a:cs typeface="+mn-lt"/>
                <a:sym typeface="+mn-lt"/>
              </a:defRPr>
            </a:lvl7pPr>
            <a:lvl8pPr marL="3657600" marR="0" lvl="7" indent="-342900" algn="l" rtl="0">
              <a:lnSpc>
                <a:spcPct val="11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+mn-lt"/>
              <a:buChar char="•"/>
              <a:defRPr sz="1800" b="0" i="0" u="none" strike="noStrike" cap="none">
                <a:solidFill>
                  <a:schemeClr val="dk1"/>
                </a:solidFill>
                <a:latin typeface="+mn-lt"/>
                <a:ea typeface="+mn-lt"/>
                <a:cs typeface="+mn-lt"/>
                <a:sym typeface="+mn-lt"/>
              </a:defRPr>
            </a:lvl8pPr>
            <a:lvl9pPr marL="4114800" marR="0" lvl="8" indent="-342900" algn="l" rtl="0">
              <a:lnSpc>
                <a:spcPct val="110000"/>
              </a:lnSpc>
              <a:spcBef>
                <a:spcPts val="1500"/>
              </a:spcBef>
              <a:spcAft>
                <a:spcPts val="1500"/>
              </a:spcAft>
              <a:buClr>
                <a:schemeClr val="dk1"/>
              </a:buClr>
              <a:buSzPts val="1800"/>
              <a:buFont typeface="+mn-lt"/>
              <a:buChar char="•"/>
              <a:defRPr sz="1800" b="0" i="0" u="none" strike="noStrike" cap="none">
                <a:solidFill>
                  <a:schemeClr val="dk1"/>
                </a:solidFill>
                <a:latin typeface="+mn-lt"/>
                <a:ea typeface="+mn-lt"/>
                <a:cs typeface="+mn-lt"/>
                <a:sym typeface="+mn-lt"/>
              </a:defRPr>
            </a:lvl9pPr>
          </a:lstStyle>
          <a:p>
            <a:endParaRPr/>
          </a:p>
        </p:txBody>
      </p:sp>
      <p:sp>
        <p:nvSpPr>
          <p:cNvPr id="22" name="Google Shape;22;p75"/>
          <p:cNvSpPr txBox="1">
            <a:spLocks noGrp="1"/>
          </p:cNvSpPr>
          <p:nvPr>
            <p:ph type="body" idx="2"/>
          </p:nvPr>
        </p:nvSpPr>
        <p:spPr>
          <a:xfrm>
            <a:off x="8096250" y="2381250"/>
            <a:ext cx="6286500" cy="53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40640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+mn-lt"/>
              <a:buChar char="•"/>
              <a:defRPr sz="2800" b="0" i="0" u="none" strike="noStrike" cap="none">
                <a:solidFill>
                  <a:schemeClr val="dk1"/>
                </a:solidFill>
                <a:latin typeface="+mn-lt"/>
                <a:ea typeface="+mn-lt"/>
                <a:cs typeface="+mn-lt"/>
                <a:sym typeface="+mn-lt"/>
              </a:defRPr>
            </a:lvl1pPr>
            <a:lvl2pPr marL="914400" marR="0" lvl="1" indent="-381000" algn="l" rtl="0">
              <a:lnSpc>
                <a:spcPct val="11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+mn-lt"/>
              <a:buChar char="•"/>
              <a:defRPr sz="2400" b="0" i="0" u="none" strike="noStrike" cap="none">
                <a:solidFill>
                  <a:schemeClr val="dk1"/>
                </a:solidFill>
                <a:latin typeface="+mn-lt"/>
                <a:ea typeface="+mn-lt"/>
                <a:cs typeface="+mn-lt"/>
                <a:sym typeface="+mn-lt"/>
              </a:defRPr>
            </a:lvl2pPr>
            <a:lvl3pPr marL="1371600" marR="0" lvl="2" indent="-355600" algn="l" rtl="0">
              <a:lnSpc>
                <a:spcPct val="11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+mn-lt"/>
              <a:buChar char="•"/>
              <a:defRPr sz="2000" b="0" i="0" u="none" strike="noStrike" cap="none">
                <a:solidFill>
                  <a:schemeClr val="dk1"/>
                </a:solidFill>
                <a:latin typeface="+mn-lt"/>
                <a:ea typeface="+mn-lt"/>
                <a:cs typeface="+mn-lt"/>
                <a:sym typeface="+mn-lt"/>
              </a:defRPr>
            </a:lvl3pPr>
            <a:lvl4pPr marL="1828800" marR="0" lvl="3" indent="-342900" algn="l" rtl="0">
              <a:lnSpc>
                <a:spcPct val="11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+mn-lt"/>
              <a:buChar char="•"/>
              <a:defRPr sz="1800" b="0" i="0" u="none" strike="noStrike" cap="none">
                <a:solidFill>
                  <a:schemeClr val="dk1"/>
                </a:solidFill>
                <a:latin typeface="+mn-lt"/>
                <a:ea typeface="+mn-lt"/>
                <a:cs typeface="+mn-lt"/>
                <a:sym typeface="+mn-lt"/>
              </a:defRPr>
            </a:lvl4pPr>
            <a:lvl5pPr marL="2286000" marR="0" lvl="4" indent="-342900" algn="l" rtl="0">
              <a:lnSpc>
                <a:spcPct val="11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+mn-lt"/>
              <a:buChar char="•"/>
              <a:defRPr sz="1800" b="0" i="0" u="none" strike="noStrike" cap="none">
                <a:solidFill>
                  <a:schemeClr val="dk1"/>
                </a:solidFill>
                <a:latin typeface="+mn-lt"/>
                <a:ea typeface="+mn-lt"/>
                <a:cs typeface="+mn-lt"/>
                <a:sym typeface="+mn-lt"/>
              </a:defRPr>
            </a:lvl5pPr>
            <a:lvl6pPr marL="2743200" marR="0" lvl="5" indent="-342900" algn="l" rtl="0">
              <a:lnSpc>
                <a:spcPct val="11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+mn-lt"/>
              <a:buChar char="•"/>
              <a:defRPr sz="1800" b="0" i="0" u="none" strike="noStrike" cap="none">
                <a:solidFill>
                  <a:schemeClr val="dk1"/>
                </a:solidFill>
                <a:latin typeface="+mn-lt"/>
                <a:ea typeface="+mn-lt"/>
                <a:cs typeface="+mn-lt"/>
                <a:sym typeface="+mn-lt"/>
              </a:defRPr>
            </a:lvl6pPr>
            <a:lvl7pPr marL="3200400" marR="0" lvl="6" indent="-342900" algn="l" rtl="0">
              <a:lnSpc>
                <a:spcPct val="11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+mn-lt"/>
              <a:buChar char="•"/>
              <a:defRPr sz="1800" b="0" i="0" u="none" strike="noStrike" cap="none">
                <a:solidFill>
                  <a:schemeClr val="dk1"/>
                </a:solidFill>
                <a:latin typeface="+mn-lt"/>
                <a:ea typeface="+mn-lt"/>
                <a:cs typeface="+mn-lt"/>
                <a:sym typeface="+mn-lt"/>
              </a:defRPr>
            </a:lvl7pPr>
            <a:lvl8pPr marL="3657600" marR="0" lvl="7" indent="-342900" algn="l" rtl="0">
              <a:lnSpc>
                <a:spcPct val="11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+mn-lt"/>
              <a:buChar char="•"/>
              <a:defRPr sz="1800" b="0" i="0" u="none" strike="noStrike" cap="none">
                <a:solidFill>
                  <a:schemeClr val="dk1"/>
                </a:solidFill>
                <a:latin typeface="+mn-lt"/>
                <a:ea typeface="+mn-lt"/>
                <a:cs typeface="+mn-lt"/>
                <a:sym typeface="+mn-lt"/>
              </a:defRPr>
            </a:lvl8pPr>
            <a:lvl9pPr marL="4114800" marR="0" lvl="8" indent="-342900" algn="l" rtl="0">
              <a:lnSpc>
                <a:spcPct val="110000"/>
              </a:lnSpc>
              <a:spcBef>
                <a:spcPts val="1500"/>
              </a:spcBef>
              <a:spcAft>
                <a:spcPts val="1500"/>
              </a:spcAft>
              <a:buClr>
                <a:schemeClr val="dk1"/>
              </a:buClr>
              <a:buSzPts val="1800"/>
              <a:buFont typeface="+mn-lt"/>
              <a:buChar char="•"/>
              <a:defRPr sz="1800" b="0" i="0" u="none" strike="noStrike" cap="none">
                <a:solidFill>
                  <a:schemeClr val="dk1"/>
                </a:solidFill>
                <a:latin typeface="+mn-lt"/>
                <a:ea typeface="+mn-lt"/>
                <a:cs typeface="+mn-lt"/>
                <a:sym typeface="+mn-l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One Column">
  <p:cSld name="Title and One Column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76"/>
          <p:cNvSpPr txBox="1">
            <a:spLocks noGrp="1"/>
          </p:cNvSpPr>
          <p:nvPr>
            <p:ph type="title"/>
          </p:nvPr>
        </p:nvSpPr>
        <p:spPr>
          <a:xfrm>
            <a:off x="857250" y="666750"/>
            <a:ext cx="13525500" cy="1047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R="0" lvl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+mn-lt"/>
              <a:buNone/>
              <a:defRPr sz="4400" b="0" i="0" u="none" strike="noStrike" cap="none">
                <a:solidFill>
                  <a:schemeClr val="dk1"/>
                </a:solidFill>
                <a:latin typeface="+mn-lt"/>
                <a:ea typeface="+mn-lt"/>
                <a:cs typeface="+mn-lt"/>
                <a:sym typeface="+mn-lt"/>
              </a:defRPr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800"/>
              <a:buFont typeface="+mn-lt"/>
              <a:buNone/>
              <a:defRPr sz="1800"/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800"/>
              <a:buFont typeface="+mn-lt"/>
              <a:buNone/>
              <a:defRPr sz="1800"/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800"/>
              <a:buFont typeface="+mn-lt"/>
              <a:buNone/>
              <a:defRPr sz="1800"/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800"/>
              <a:buFont typeface="+mn-lt"/>
              <a:buNone/>
              <a:defRPr sz="1800"/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800"/>
              <a:buFont typeface="+mn-lt"/>
              <a:buNone/>
              <a:defRPr sz="1800"/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800"/>
              <a:buFont typeface="+mn-lt"/>
              <a:buNone/>
              <a:defRPr sz="1800"/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800"/>
              <a:buFont typeface="+mn-lt"/>
              <a:buNone/>
              <a:defRPr sz="1800"/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800"/>
              <a:buFont typeface="+mn-lt"/>
              <a:buNone/>
              <a:defRPr sz="1800"/>
            </a:lvl9pPr>
          </a:lstStyle>
          <a:p>
            <a:endParaRPr/>
          </a:p>
        </p:txBody>
      </p:sp>
      <p:sp>
        <p:nvSpPr>
          <p:cNvPr id="25" name="Google Shape;25;p76"/>
          <p:cNvSpPr txBox="1">
            <a:spLocks noGrp="1"/>
          </p:cNvSpPr>
          <p:nvPr>
            <p:ph type="body" idx="1"/>
          </p:nvPr>
        </p:nvSpPr>
        <p:spPr>
          <a:xfrm>
            <a:off x="857250" y="2381250"/>
            <a:ext cx="6286500" cy="53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40640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+mn-lt"/>
              <a:buChar char="•"/>
              <a:defRPr sz="2800" b="0" i="0" u="none" strike="noStrike" cap="none">
                <a:solidFill>
                  <a:schemeClr val="dk1"/>
                </a:solidFill>
                <a:latin typeface="+mn-lt"/>
                <a:ea typeface="+mn-lt"/>
                <a:cs typeface="+mn-lt"/>
                <a:sym typeface="+mn-lt"/>
              </a:defRPr>
            </a:lvl1pPr>
            <a:lvl2pPr marL="914400" marR="0" lvl="1" indent="-381000" algn="l" rtl="0">
              <a:lnSpc>
                <a:spcPct val="11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+mn-lt"/>
              <a:buChar char="•"/>
              <a:defRPr sz="2400" b="0" i="0" u="none" strike="noStrike" cap="none">
                <a:solidFill>
                  <a:schemeClr val="dk1"/>
                </a:solidFill>
                <a:latin typeface="+mn-lt"/>
                <a:ea typeface="+mn-lt"/>
                <a:cs typeface="+mn-lt"/>
                <a:sym typeface="+mn-lt"/>
              </a:defRPr>
            </a:lvl2pPr>
            <a:lvl3pPr marL="1371600" marR="0" lvl="2" indent="-355600" algn="l" rtl="0">
              <a:lnSpc>
                <a:spcPct val="11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+mn-lt"/>
              <a:buChar char="•"/>
              <a:defRPr sz="2000" b="0" i="0" u="none" strike="noStrike" cap="none">
                <a:solidFill>
                  <a:schemeClr val="dk1"/>
                </a:solidFill>
                <a:latin typeface="+mn-lt"/>
                <a:ea typeface="+mn-lt"/>
                <a:cs typeface="+mn-lt"/>
                <a:sym typeface="+mn-lt"/>
              </a:defRPr>
            </a:lvl3pPr>
            <a:lvl4pPr marL="1828800" marR="0" lvl="3" indent="-342900" algn="l" rtl="0">
              <a:lnSpc>
                <a:spcPct val="11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+mn-lt"/>
              <a:buChar char="•"/>
              <a:defRPr sz="1800" b="0" i="0" u="none" strike="noStrike" cap="none">
                <a:solidFill>
                  <a:schemeClr val="dk1"/>
                </a:solidFill>
                <a:latin typeface="+mn-lt"/>
                <a:ea typeface="+mn-lt"/>
                <a:cs typeface="+mn-lt"/>
                <a:sym typeface="+mn-lt"/>
              </a:defRPr>
            </a:lvl4pPr>
            <a:lvl5pPr marL="2286000" marR="0" lvl="4" indent="-342900" algn="l" rtl="0">
              <a:lnSpc>
                <a:spcPct val="11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+mn-lt"/>
              <a:buChar char="•"/>
              <a:defRPr sz="1800" b="0" i="0" u="none" strike="noStrike" cap="none">
                <a:solidFill>
                  <a:schemeClr val="dk1"/>
                </a:solidFill>
                <a:latin typeface="+mn-lt"/>
                <a:ea typeface="+mn-lt"/>
                <a:cs typeface="+mn-lt"/>
                <a:sym typeface="+mn-lt"/>
              </a:defRPr>
            </a:lvl5pPr>
            <a:lvl6pPr marL="2743200" marR="0" lvl="5" indent="-342900" algn="l" rtl="0">
              <a:lnSpc>
                <a:spcPct val="11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+mn-lt"/>
              <a:buChar char="•"/>
              <a:defRPr sz="1800" b="0" i="0" u="none" strike="noStrike" cap="none">
                <a:solidFill>
                  <a:schemeClr val="dk1"/>
                </a:solidFill>
                <a:latin typeface="+mn-lt"/>
                <a:ea typeface="+mn-lt"/>
                <a:cs typeface="+mn-lt"/>
                <a:sym typeface="+mn-lt"/>
              </a:defRPr>
            </a:lvl6pPr>
            <a:lvl7pPr marL="3200400" marR="0" lvl="6" indent="-342900" algn="l" rtl="0">
              <a:lnSpc>
                <a:spcPct val="11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+mn-lt"/>
              <a:buChar char="•"/>
              <a:defRPr sz="1800" b="0" i="0" u="none" strike="noStrike" cap="none">
                <a:solidFill>
                  <a:schemeClr val="dk1"/>
                </a:solidFill>
                <a:latin typeface="+mn-lt"/>
                <a:ea typeface="+mn-lt"/>
                <a:cs typeface="+mn-lt"/>
                <a:sym typeface="+mn-lt"/>
              </a:defRPr>
            </a:lvl7pPr>
            <a:lvl8pPr marL="3657600" marR="0" lvl="7" indent="-342900" algn="l" rtl="0">
              <a:lnSpc>
                <a:spcPct val="11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+mn-lt"/>
              <a:buChar char="•"/>
              <a:defRPr sz="1800" b="0" i="0" u="none" strike="noStrike" cap="none">
                <a:solidFill>
                  <a:schemeClr val="dk1"/>
                </a:solidFill>
                <a:latin typeface="+mn-lt"/>
                <a:ea typeface="+mn-lt"/>
                <a:cs typeface="+mn-lt"/>
                <a:sym typeface="+mn-lt"/>
              </a:defRPr>
            </a:lvl8pPr>
            <a:lvl9pPr marL="4114800" marR="0" lvl="8" indent="-342900" algn="l" rtl="0">
              <a:lnSpc>
                <a:spcPct val="110000"/>
              </a:lnSpc>
              <a:spcBef>
                <a:spcPts val="1500"/>
              </a:spcBef>
              <a:spcAft>
                <a:spcPts val="1500"/>
              </a:spcAft>
              <a:buClr>
                <a:schemeClr val="dk1"/>
              </a:buClr>
              <a:buSzPts val="1800"/>
              <a:buFont typeface="+mn-lt"/>
              <a:buChar char="•"/>
              <a:defRPr sz="1800" b="0" i="0" u="none" strike="noStrike" cap="none">
                <a:solidFill>
                  <a:schemeClr val="dk1"/>
                </a:solidFill>
                <a:latin typeface="+mn-lt"/>
                <a:ea typeface="+mn-lt"/>
                <a:cs typeface="+mn-lt"/>
                <a:sym typeface="+mn-l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9.xml"/><Relationship Id="rId7" Type="http://schemas.openxmlformats.org/officeDocument/2006/relationships/theme" Target="../theme/theme2.xml"/><Relationship Id="rId2" Type="http://schemas.openxmlformats.org/officeDocument/2006/relationships/slideLayout" Target="../slideLayouts/slideLayout8.xml"/><Relationship Id="rId1" Type="http://schemas.openxmlformats.org/officeDocument/2006/relationships/slideLayout" Target="../slideLayouts/slideLayout7.xml"/><Relationship Id="rId6" Type="http://schemas.openxmlformats.org/officeDocument/2006/relationships/slideLayout" Target="../slideLayouts/slideLayout12.xml"/><Relationship Id="rId5" Type="http://schemas.openxmlformats.org/officeDocument/2006/relationships/slideLayout" Target="../slideLayouts/slideLayout11.xml"/><Relationship Id="rId4" Type="http://schemas.openxmlformats.org/officeDocument/2006/relationships/slideLayout" Target="../slideLayouts/slideLayout10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5.xml"/><Relationship Id="rId7" Type="http://schemas.openxmlformats.org/officeDocument/2006/relationships/theme" Target="../theme/theme3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5" Type="http://schemas.openxmlformats.org/officeDocument/2006/relationships/slideLayout" Target="../slideLayouts/slideLayout17.xml"/><Relationship Id="rId4" Type="http://schemas.openxmlformats.org/officeDocument/2006/relationships/slideLayout" Target="../slideLayouts/slideLayout1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56" r:id="rId1"/>
    <p:sldLayoutId id="2147483657" r:id="rId2"/>
    <p:sldLayoutId id="2147483658" r:id="rId3"/>
    <p:sldLayoutId id="2147483659" r:id="rId4"/>
    <p:sldLayoutId id="2147483660" r:id="rId5"/>
    <p:sldLayoutId id="2147483661" r:id="rId6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171819"/>
        </a:buClr>
        <a:buFont typeface="+mj-lt"/>
        <a:defRPr sz="1400" b="0" i="0" u="none" strike="noStrike" cap="none" spc="0">
          <a:solidFill>
            <a:srgbClr val="171819"/>
          </a:solidFill>
          <a:latin typeface="+mj-lt"/>
          <a:ea typeface="+mj-lt"/>
          <a:cs typeface="+mj-lt"/>
          <a:sym typeface="+mj-lt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171819"/>
        </a:buClr>
        <a:buFont typeface="+mj-lt"/>
        <a:defRPr sz="1400" b="0" i="0" u="none" strike="noStrike" cap="none" spc="0">
          <a:solidFill>
            <a:srgbClr val="171819"/>
          </a:solidFill>
          <a:latin typeface="+mj-lt"/>
          <a:ea typeface="+mj-lt"/>
          <a:cs typeface="+mj-lt"/>
          <a:sym typeface="+mj-lt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171819"/>
        </a:buClr>
        <a:buFont typeface="+mj-lt"/>
        <a:defRPr sz="1400" b="0" i="0" u="none" strike="noStrike" cap="none" spc="0">
          <a:solidFill>
            <a:srgbClr val="171819"/>
          </a:solidFill>
          <a:latin typeface="+mj-lt"/>
          <a:ea typeface="+mj-lt"/>
          <a:cs typeface="+mj-lt"/>
          <a:sym typeface="+mj-lt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171819"/>
        </a:buClr>
        <a:buFont typeface="+mj-lt"/>
        <a:defRPr sz="1400" b="0" i="0" u="none" strike="noStrike" cap="none" spc="0">
          <a:solidFill>
            <a:srgbClr val="171819"/>
          </a:solidFill>
          <a:latin typeface="+mj-lt"/>
          <a:ea typeface="+mj-lt"/>
          <a:cs typeface="+mj-lt"/>
          <a:sym typeface="+mj-lt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171819"/>
        </a:buClr>
        <a:buFont typeface="+mj-lt"/>
        <a:defRPr sz="1400" b="0" i="0" u="none" strike="noStrike" cap="none" spc="0">
          <a:solidFill>
            <a:srgbClr val="171819"/>
          </a:solidFill>
          <a:latin typeface="+mj-lt"/>
          <a:ea typeface="+mj-lt"/>
          <a:cs typeface="+mj-lt"/>
          <a:sym typeface="+mj-lt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171819"/>
        </a:buClr>
        <a:buFont typeface="+mj-lt"/>
        <a:defRPr sz="1400" b="0" i="0" u="none" strike="noStrike" cap="none" spc="0">
          <a:solidFill>
            <a:srgbClr val="171819"/>
          </a:solidFill>
          <a:latin typeface="+mj-lt"/>
          <a:ea typeface="+mj-lt"/>
          <a:cs typeface="+mj-lt"/>
          <a:sym typeface="+mj-lt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171819"/>
        </a:buClr>
        <a:buFont typeface="+mj-lt"/>
        <a:defRPr sz="1400" b="0" i="0" u="none" strike="noStrike" cap="none" spc="0">
          <a:solidFill>
            <a:srgbClr val="171819"/>
          </a:solidFill>
          <a:latin typeface="+mj-lt"/>
          <a:ea typeface="+mj-lt"/>
          <a:cs typeface="+mj-lt"/>
          <a:sym typeface="+mj-lt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171819"/>
        </a:buClr>
        <a:buFont typeface="+mj-lt"/>
        <a:defRPr sz="1400" b="0" i="0" u="none" strike="noStrike" cap="none" spc="0">
          <a:solidFill>
            <a:srgbClr val="171819"/>
          </a:solidFill>
          <a:latin typeface="+mj-lt"/>
          <a:ea typeface="+mj-lt"/>
          <a:cs typeface="+mj-lt"/>
          <a:sym typeface="+mj-lt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171819"/>
        </a:buClr>
        <a:buFont typeface="+mj-lt"/>
        <a:defRPr sz="1400" b="0" i="0" u="none" strike="noStrike" cap="none" spc="0">
          <a:solidFill>
            <a:srgbClr val="171819"/>
          </a:solidFill>
          <a:latin typeface="+mj-lt"/>
          <a:ea typeface="+mj-lt"/>
          <a:cs typeface="+mj-lt"/>
          <a:sym typeface="+mj-lt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171819"/>
        </a:buClr>
        <a:buFont typeface="+mn-lt"/>
        <a:defRPr sz="1400" b="0" i="0" u="none" strike="noStrike" cap="none" spc="0">
          <a:solidFill>
            <a:srgbClr val="171819"/>
          </a:solidFill>
          <a:latin typeface="+mn-lt"/>
          <a:ea typeface="+mn-lt"/>
          <a:cs typeface="+mn-lt"/>
          <a:sym typeface="+mn-lt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171819"/>
        </a:buClr>
        <a:buFont typeface="+mn-lt"/>
        <a:defRPr sz="1400" b="0" i="0" u="none" strike="noStrike" cap="none" spc="0">
          <a:solidFill>
            <a:srgbClr val="171819"/>
          </a:solidFill>
          <a:latin typeface="+mn-lt"/>
          <a:ea typeface="+mn-lt"/>
          <a:cs typeface="+mn-lt"/>
          <a:sym typeface="+mn-lt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171819"/>
        </a:buClr>
        <a:buFont typeface="+mn-lt"/>
        <a:defRPr sz="1400" b="0" i="0" u="none" strike="noStrike" cap="none" spc="0">
          <a:solidFill>
            <a:srgbClr val="171819"/>
          </a:solidFill>
          <a:latin typeface="+mn-lt"/>
          <a:ea typeface="+mn-lt"/>
          <a:cs typeface="+mn-lt"/>
          <a:sym typeface="+mn-lt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171819"/>
        </a:buClr>
        <a:buFont typeface="+mn-lt"/>
        <a:defRPr sz="1400" b="0" i="0" u="none" strike="noStrike" cap="none" spc="0">
          <a:solidFill>
            <a:srgbClr val="171819"/>
          </a:solidFill>
          <a:latin typeface="+mn-lt"/>
          <a:ea typeface="+mn-lt"/>
          <a:cs typeface="+mn-lt"/>
          <a:sym typeface="+mn-lt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171819"/>
        </a:buClr>
        <a:buFont typeface="+mn-lt"/>
        <a:defRPr sz="1400" b="0" i="0" u="none" strike="noStrike" cap="none" spc="0">
          <a:solidFill>
            <a:srgbClr val="171819"/>
          </a:solidFill>
          <a:latin typeface="+mn-lt"/>
          <a:ea typeface="+mn-lt"/>
          <a:cs typeface="+mn-lt"/>
          <a:sym typeface="+mn-lt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171819"/>
        </a:buClr>
        <a:buFont typeface="+mn-lt"/>
        <a:defRPr sz="1400" b="0" i="0" u="none" strike="noStrike" cap="none" spc="0">
          <a:solidFill>
            <a:srgbClr val="171819"/>
          </a:solidFill>
          <a:latin typeface="+mn-lt"/>
          <a:ea typeface="+mn-lt"/>
          <a:cs typeface="+mn-lt"/>
          <a:sym typeface="+mn-lt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171819"/>
        </a:buClr>
        <a:buFont typeface="+mn-lt"/>
        <a:defRPr sz="1400" b="0" i="0" u="none" strike="noStrike" cap="none" spc="0">
          <a:solidFill>
            <a:srgbClr val="171819"/>
          </a:solidFill>
          <a:latin typeface="+mn-lt"/>
          <a:ea typeface="+mn-lt"/>
          <a:cs typeface="+mn-lt"/>
          <a:sym typeface="+mn-lt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171819"/>
        </a:buClr>
        <a:buFont typeface="+mn-lt"/>
        <a:defRPr sz="1400" b="0" i="0" u="none" strike="noStrike" cap="none" spc="0">
          <a:solidFill>
            <a:srgbClr val="171819"/>
          </a:solidFill>
          <a:latin typeface="+mn-lt"/>
          <a:ea typeface="+mn-lt"/>
          <a:cs typeface="+mn-lt"/>
          <a:sym typeface="+mn-lt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171819"/>
        </a:buClr>
        <a:buFont typeface="+mn-lt"/>
        <a:defRPr sz="1400" b="0" i="0" u="none" strike="noStrike" cap="none" spc="0">
          <a:solidFill>
            <a:srgbClr val="171819"/>
          </a:solidFill>
          <a:latin typeface="+mn-lt"/>
          <a:ea typeface="+mn-lt"/>
          <a:cs typeface="+mn-lt"/>
          <a:sym typeface="+mn-lt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171819"/>
        </a:buClr>
        <a:buFont typeface="+mn-lt"/>
        <a:defRPr sz="1400" b="0" i="0" u="none" strike="noStrike" cap="none" spc="0">
          <a:solidFill>
            <a:srgbClr val="171819"/>
          </a:solidFill>
          <a:latin typeface="+mn-lt"/>
          <a:ea typeface="+mn-lt"/>
          <a:cs typeface="+mn-lt"/>
          <a:sym typeface="+mn-lt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171819"/>
        </a:buClr>
        <a:buFont typeface="+mn-lt"/>
        <a:defRPr sz="1400" b="0" i="0" u="none" strike="noStrike" cap="none" spc="0">
          <a:solidFill>
            <a:srgbClr val="171819"/>
          </a:solidFill>
          <a:latin typeface="+mn-lt"/>
          <a:ea typeface="+mn-lt"/>
          <a:cs typeface="+mn-lt"/>
          <a:sym typeface="+mn-lt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171819"/>
        </a:buClr>
        <a:buFont typeface="+mn-lt"/>
        <a:defRPr sz="1400" b="0" i="0" u="none" strike="noStrike" cap="none" spc="0">
          <a:solidFill>
            <a:srgbClr val="171819"/>
          </a:solidFill>
          <a:latin typeface="+mn-lt"/>
          <a:ea typeface="+mn-lt"/>
          <a:cs typeface="+mn-lt"/>
          <a:sym typeface="+mn-lt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171819"/>
        </a:buClr>
        <a:buFont typeface="+mn-lt"/>
        <a:defRPr sz="1400" b="0" i="0" u="none" strike="noStrike" cap="none" spc="0">
          <a:solidFill>
            <a:srgbClr val="171819"/>
          </a:solidFill>
          <a:latin typeface="+mn-lt"/>
          <a:ea typeface="+mn-lt"/>
          <a:cs typeface="+mn-lt"/>
          <a:sym typeface="+mn-lt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171819"/>
        </a:buClr>
        <a:buFont typeface="+mn-lt"/>
        <a:defRPr sz="1400" b="0" i="0" u="none" strike="noStrike" cap="none" spc="0">
          <a:solidFill>
            <a:srgbClr val="171819"/>
          </a:solidFill>
          <a:latin typeface="+mn-lt"/>
          <a:ea typeface="+mn-lt"/>
          <a:cs typeface="+mn-lt"/>
          <a:sym typeface="+mn-lt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171819"/>
        </a:buClr>
        <a:buFont typeface="+mn-lt"/>
        <a:defRPr sz="1400" b="0" i="0" u="none" strike="noStrike" cap="none" spc="0">
          <a:solidFill>
            <a:srgbClr val="171819"/>
          </a:solidFill>
          <a:latin typeface="+mn-lt"/>
          <a:ea typeface="+mn-lt"/>
          <a:cs typeface="+mn-lt"/>
          <a:sym typeface="+mn-lt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171819"/>
        </a:buClr>
        <a:buFont typeface="+mn-lt"/>
        <a:defRPr sz="1400" b="0" i="0" u="none" strike="noStrike" cap="none" spc="0">
          <a:solidFill>
            <a:srgbClr val="171819"/>
          </a:solidFill>
          <a:latin typeface="+mn-lt"/>
          <a:ea typeface="+mn-lt"/>
          <a:cs typeface="+mn-lt"/>
          <a:sym typeface="+mn-lt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171819"/>
        </a:buClr>
        <a:buFont typeface="+mn-lt"/>
        <a:defRPr sz="1400" b="0" i="0" u="none" strike="noStrike" cap="none" spc="0">
          <a:solidFill>
            <a:srgbClr val="171819"/>
          </a:solidFill>
          <a:latin typeface="+mn-lt"/>
          <a:ea typeface="+mn-lt"/>
          <a:cs typeface="+mn-lt"/>
          <a:sym typeface="+mn-lt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171819"/>
        </a:buClr>
        <a:buFont typeface="+mn-lt"/>
        <a:defRPr sz="1400" b="0" i="0" u="none" strike="noStrike" cap="none" spc="0">
          <a:solidFill>
            <a:srgbClr val="171819"/>
          </a:solidFill>
          <a:latin typeface="+mn-lt"/>
          <a:ea typeface="+mn-lt"/>
          <a:cs typeface="+mn-lt"/>
          <a:sym typeface="+mn-lt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63" r:id="rId1"/>
    <p:sldLayoutId id="2147483664" r:id="rId2"/>
    <p:sldLayoutId id="2147483665" r:id="rId3"/>
    <p:sldLayoutId id="2147483666" r:id="rId4"/>
    <p:sldLayoutId id="2147483667" r:id="rId5"/>
    <p:sldLayoutId id="2147483668" r:id="rId6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171819"/>
        </a:buClr>
        <a:buFont typeface="+mj-lt"/>
        <a:defRPr sz="1400" b="0" i="0" u="none" strike="noStrike" cap="none" spc="0">
          <a:solidFill>
            <a:srgbClr val="171819"/>
          </a:solidFill>
          <a:latin typeface="+mj-lt"/>
          <a:ea typeface="+mj-lt"/>
          <a:cs typeface="+mj-lt"/>
          <a:sym typeface="+mj-lt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171819"/>
        </a:buClr>
        <a:buFont typeface="+mj-lt"/>
        <a:defRPr sz="1400" b="0" i="0" u="none" strike="noStrike" cap="none" spc="0">
          <a:solidFill>
            <a:srgbClr val="171819"/>
          </a:solidFill>
          <a:latin typeface="+mj-lt"/>
          <a:ea typeface="+mj-lt"/>
          <a:cs typeface="+mj-lt"/>
          <a:sym typeface="+mj-lt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171819"/>
        </a:buClr>
        <a:buFont typeface="+mj-lt"/>
        <a:defRPr sz="1400" b="0" i="0" u="none" strike="noStrike" cap="none" spc="0">
          <a:solidFill>
            <a:srgbClr val="171819"/>
          </a:solidFill>
          <a:latin typeface="+mj-lt"/>
          <a:ea typeface="+mj-lt"/>
          <a:cs typeface="+mj-lt"/>
          <a:sym typeface="+mj-lt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171819"/>
        </a:buClr>
        <a:buFont typeface="+mj-lt"/>
        <a:defRPr sz="1400" b="0" i="0" u="none" strike="noStrike" cap="none" spc="0">
          <a:solidFill>
            <a:srgbClr val="171819"/>
          </a:solidFill>
          <a:latin typeface="+mj-lt"/>
          <a:ea typeface="+mj-lt"/>
          <a:cs typeface="+mj-lt"/>
          <a:sym typeface="+mj-lt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171819"/>
        </a:buClr>
        <a:buFont typeface="+mj-lt"/>
        <a:defRPr sz="1400" b="0" i="0" u="none" strike="noStrike" cap="none" spc="0">
          <a:solidFill>
            <a:srgbClr val="171819"/>
          </a:solidFill>
          <a:latin typeface="+mj-lt"/>
          <a:ea typeface="+mj-lt"/>
          <a:cs typeface="+mj-lt"/>
          <a:sym typeface="+mj-lt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171819"/>
        </a:buClr>
        <a:buFont typeface="+mj-lt"/>
        <a:defRPr sz="1400" b="0" i="0" u="none" strike="noStrike" cap="none" spc="0">
          <a:solidFill>
            <a:srgbClr val="171819"/>
          </a:solidFill>
          <a:latin typeface="+mj-lt"/>
          <a:ea typeface="+mj-lt"/>
          <a:cs typeface="+mj-lt"/>
          <a:sym typeface="+mj-lt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171819"/>
        </a:buClr>
        <a:buFont typeface="+mj-lt"/>
        <a:defRPr sz="1400" b="0" i="0" u="none" strike="noStrike" cap="none" spc="0">
          <a:solidFill>
            <a:srgbClr val="171819"/>
          </a:solidFill>
          <a:latin typeface="+mj-lt"/>
          <a:ea typeface="+mj-lt"/>
          <a:cs typeface="+mj-lt"/>
          <a:sym typeface="+mj-lt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171819"/>
        </a:buClr>
        <a:buFont typeface="+mj-lt"/>
        <a:defRPr sz="1400" b="0" i="0" u="none" strike="noStrike" cap="none" spc="0">
          <a:solidFill>
            <a:srgbClr val="171819"/>
          </a:solidFill>
          <a:latin typeface="+mj-lt"/>
          <a:ea typeface="+mj-lt"/>
          <a:cs typeface="+mj-lt"/>
          <a:sym typeface="+mj-lt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171819"/>
        </a:buClr>
        <a:buFont typeface="+mj-lt"/>
        <a:defRPr sz="1400" b="0" i="0" u="none" strike="noStrike" cap="none" spc="0">
          <a:solidFill>
            <a:srgbClr val="171819"/>
          </a:solidFill>
          <a:latin typeface="+mj-lt"/>
          <a:ea typeface="+mj-lt"/>
          <a:cs typeface="+mj-lt"/>
          <a:sym typeface="+mj-lt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171819"/>
        </a:buClr>
        <a:buFont typeface="+mn-lt"/>
        <a:defRPr sz="1400" b="0" i="0" u="none" strike="noStrike" cap="none" spc="0">
          <a:solidFill>
            <a:srgbClr val="171819"/>
          </a:solidFill>
          <a:latin typeface="+mn-lt"/>
          <a:ea typeface="+mn-lt"/>
          <a:cs typeface="+mn-lt"/>
          <a:sym typeface="+mn-lt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171819"/>
        </a:buClr>
        <a:buFont typeface="+mn-lt"/>
        <a:defRPr sz="1400" b="0" i="0" u="none" strike="noStrike" cap="none" spc="0">
          <a:solidFill>
            <a:srgbClr val="171819"/>
          </a:solidFill>
          <a:latin typeface="+mn-lt"/>
          <a:ea typeface="+mn-lt"/>
          <a:cs typeface="+mn-lt"/>
          <a:sym typeface="+mn-lt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171819"/>
        </a:buClr>
        <a:buFont typeface="+mn-lt"/>
        <a:defRPr sz="1400" b="0" i="0" u="none" strike="noStrike" cap="none" spc="0">
          <a:solidFill>
            <a:srgbClr val="171819"/>
          </a:solidFill>
          <a:latin typeface="+mn-lt"/>
          <a:ea typeface="+mn-lt"/>
          <a:cs typeface="+mn-lt"/>
          <a:sym typeface="+mn-lt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171819"/>
        </a:buClr>
        <a:buFont typeface="+mn-lt"/>
        <a:defRPr sz="1400" b="0" i="0" u="none" strike="noStrike" cap="none" spc="0">
          <a:solidFill>
            <a:srgbClr val="171819"/>
          </a:solidFill>
          <a:latin typeface="+mn-lt"/>
          <a:ea typeface="+mn-lt"/>
          <a:cs typeface="+mn-lt"/>
          <a:sym typeface="+mn-lt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171819"/>
        </a:buClr>
        <a:buFont typeface="+mn-lt"/>
        <a:defRPr sz="1400" b="0" i="0" u="none" strike="noStrike" cap="none" spc="0">
          <a:solidFill>
            <a:srgbClr val="171819"/>
          </a:solidFill>
          <a:latin typeface="+mn-lt"/>
          <a:ea typeface="+mn-lt"/>
          <a:cs typeface="+mn-lt"/>
          <a:sym typeface="+mn-lt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171819"/>
        </a:buClr>
        <a:buFont typeface="+mn-lt"/>
        <a:defRPr sz="1400" b="0" i="0" u="none" strike="noStrike" cap="none" spc="0">
          <a:solidFill>
            <a:srgbClr val="171819"/>
          </a:solidFill>
          <a:latin typeface="+mn-lt"/>
          <a:ea typeface="+mn-lt"/>
          <a:cs typeface="+mn-lt"/>
          <a:sym typeface="+mn-lt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171819"/>
        </a:buClr>
        <a:buFont typeface="+mn-lt"/>
        <a:defRPr sz="1400" b="0" i="0" u="none" strike="noStrike" cap="none" spc="0">
          <a:solidFill>
            <a:srgbClr val="171819"/>
          </a:solidFill>
          <a:latin typeface="+mn-lt"/>
          <a:ea typeface="+mn-lt"/>
          <a:cs typeface="+mn-lt"/>
          <a:sym typeface="+mn-lt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171819"/>
        </a:buClr>
        <a:buFont typeface="+mn-lt"/>
        <a:defRPr sz="1400" b="0" i="0" u="none" strike="noStrike" cap="none" spc="0">
          <a:solidFill>
            <a:srgbClr val="171819"/>
          </a:solidFill>
          <a:latin typeface="+mn-lt"/>
          <a:ea typeface="+mn-lt"/>
          <a:cs typeface="+mn-lt"/>
          <a:sym typeface="+mn-lt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171819"/>
        </a:buClr>
        <a:buFont typeface="+mn-lt"/>
        <a:defRPr sz="1400" b="0" i="0" u="none" strike="noStrike" cap="none" spc="0">
          <a:solidFill>
            <a:srgbClr val="171819"/>
          </a:solidFill>
          <a:latin typeface="+mn-lt"/>
          <a:ea typeface="+mn-lt"/>
          <a:cs typeface="+mn-lt"/>
          <a:sym typeface="+mn-lt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171819"/>
        </a:buClr>
        <a:buFont typeface="+mn-lt"/>
        <a:defRPr sz="1400" b="0" i="0" u="none" strike="noStrike" cap="none" spc="0">
          <a:solidFill>
            <a:srgbClr val="171819"/>
          </a:solidFill>
          <a:latin typeface="+mn-lt"/>
          <a:ea typeface="+mn-lt"/>
          <a:cs typeface="+mn-lt"/>
          <a:sym typeface="+mn-lt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171819"/>
        </a:buClr>
        <a:buFont typeface="+mn-lt"/>
        <a:defRPr sz="1400" b="0" i="0" u="none" strike="noStrike" cap="none" spc="0">
          <a:solidFill>
            <a:srgbClr val="171819"/>
          </a:solidFill>
          <a:latin typeface="+mn-lt"/>
          <a:ea typeface="+mn-lt"/>
          <a:cs typeface="+mn-lt"/>
          <a:sym typeface="+mn-lt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171819"/>
        </a:buClr>
        <a:buFont typeface="+mn-lt"/>
        <a:defRPr sz="1400" b="0" i="0" u="none" strike="noStrike" cap="none" spc="0">
          <a:solidFill>
            <a:srgbClr val="171819"/>
          </a:solidFill>
          <a:latin typeface="+mn-lt"/>
          <a:ea typeface="+mn-lt"/>
          <a:cs typeface="+mn-lt"/>
          <a:sym typeface="+mn-lt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171819"/>
        </a:buClr>
        <a:buFont typeface="+mn-lt"/>
        <a:defRPr sz="1400" b="0" i="0" u="none" strike="noStrike" cap="none" spc="0">
          <a:solidFill>
            <a:srgbClr val="171819"/>
          </a:solidFill>
          <a:latin typeface="+mn-lt"/>
          <a:ea typeface="+mn-lt"/>
          <a:cs typeface="+mn-lt"/>
          <a:sym typeface="+mn-lt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171819"/>
        </a:buClr>
        <a:buFont typeface="+mn-lt"/>
        <a:defRPr sz="1400" b="0" i="0" u="none" strike="noStrike" cap="none" spc="0">
          <a:solidFill>
            <a:srgbClr val="171819"/>
          </a:solidFill>
          <a:latin typeface="+mn-lt"/>
          <a:ea typeface="+mn-lt"/>
          <a:cs typeface="+mn-lt"/>
          <a:sym typeface="+mn-lt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171819"/>
        </a:buClr>
        <a:buFont typeface="+mn-lt"/>
        <a:defRPr sz="1400" b="0" i="0" u="none" strike="noStrike" cap="none" spc="0">
          <a:solidFill>
            <a:srgbClr val="171819"/>
          </a:solidFill>
          <a:latin typeface="+mn-lt"/>
          <a:ea typeface="+mn-lt"/>
          <a:cs typeface="+mn-lt"/>
          <a:sym typeface="+mn-lt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171819"/>
        </a:buClr>
        <a:buFont typeface="+mn-lt"/>
        <a:defRPr sz="1400" b="0" i="0" u="none" strike="noStrike" cap="none" spc="0">
          <a:solidFill>
            <a:srgbClr val="171819"/>
          </a:solidFill>
          <a:latin typeface="+mn-lt"/>
          <a:ea typeface="+mn-lt"/>
          <a:cs typeface="+mn-lt"/>
          <a:sym typeface="+mn-lt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171819"/>
        </a:buClr>
        <a:buFont typeface="+mn-lt"/>
        <a:defRPr sz="1400" b="0" i="0" u="none" strike="noStrike" cap="none" spc="0">
          <a:solidFill>
            <a:srgbClr val="171819"/>
          </a:solidFill>
          <a:latin typeface="+mn-lt"/>
          <a:ea typeface="+mn-lt"/>
          <a:cs typeface="+mn-lt"/>
          <a:sym typeface="+mn-lt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171819"/>
        </a:buClr>
        <a:buFont typeface="+mn-lt"/>
        <a:defRPr sz="1400" b="0" i="0" u="none" strike="noStrike" cap="none" spc="0">
          <a:solidFill>
            <a:srgbClr val="171819"/>
          </a:solidFill>
          <a:latin typeface="+mn-lt"/>
          <a:ea typeface="+mn-lt"/>
          <a:cs typeface="+mn-lt"/>
          <a:sym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1.jpg"/><Relationship Id="rId4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2.jpg"/><Relationship Id="rId4" Type="http://schemas.openxmlformats.org/officeDocument/2006/relationships/image" Target="../media/image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3.jpg"/><Relationship Id="rId4" Type="http://schemas.openxmlformats.org/officeDocument/2006/relationships/image" Target="../media/image9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4.jpg"/><Relationship Id="rId4" Type="http://schemas.openxmlformats.org/officeDocument/2006/relationships/image" Target="../media/image9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EF8"/>
        </a:solidFill>
        <a:effectLst/>
      </p:bgPr>
    </p:bg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1" name="Deco image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0" y="-1397000"/>
            <a:ext cx="4191000" cy="4025900"/>
          </a:xfrm>
          <a:prstGeom prst="rect">
            <a:avLst/>
          </a:prstGeom>
        </p:spPr>
      </p:pic>
      <p:pic>
        <p:nvPicPr>
          <p:cNvPr id="902" name="Deco image4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508000" y="7112000"/>
            <a:ext cx="1651000" cy="1790700"/>
          </a:xfrm>
          <a:prstGeom prst="rect">
            <a:avLst/>
          </a:prstGeom>
        </p:spPr>
      </p:pic>
      <p:pic>
        <p:nvPicPr>
          <p:cNvPr id="903" name="Deco image1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34500" y="5969000"/>
            <a:ext cx="5334000" cy="2857500"/>
          </a:xfrm>
          <a:prstGeom prst="rect">
            <a:avLst/>
          </a:prstGeom>
        </p:spPr>
      </p:pic>
      <p:sp>
        <p:nvSpPr>
          <p:cNvPr id="103" name="S104"/>
          <p:cNvSpPr/>
          <p:nvPr/>
        </p:nvSpPr>
        <p:spPr>
          <a:xfrm>
            <a:off x="850900" y="1524000"/>
            <a:ext cx="1016000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0"/>
              </a:spcAft>
              <a:buNone/>
            </a:pPr>
            <a:r>
              <a:rPr lang="es-CL" sz="1600" b="1" dirty="0">
                <a:solidFill>
                  <a:srgbClr val="3D746C"/>
                </a:solidFill>
                <a:latin typeface="+mn-lt"/>
              </a:rPr>
              <a:t>INFORME DE AVANCE · FASE 2 · CAPSTONE PTY4614</a:t>
            </a:r>
          </a:p>
        </p:txBody>
      </p:sp>
      <p:sp>
        <p:nvSpPr>
          <p:cNvPr id="104" name="S105"/>
          <p:cNvSpPr/>
          <p:nvPr/>
        </p:nvSpPr>
        <p:spPr>
          <a:xfrm>
            <a:off x="787400" y="2159000"/>
            <a:ext cx="11430000" cy="177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0"/>
              </a:spcAft>
              <a:buNone/>
            </a:pPr>
            <a:r>
              <a:rPr lang="es-CL" sz="11000" b="1" dirty="0">
                <a:solidFill>
                  <a:srgbClr val="FF681D"/>
                </a:solidFill>
                <a:latin typeface="+mj-lt"/>
              </a:rPr>
              <a:t>FurgonAPP</a:t>
            </a:r>
          </a:p>
        </p:txBody>
      </p:sp>
      <p:sp>
        <p:nvSpPr>
          <p:cNvPr id="105" name="S106"/>
          <p:cNvSpPr/>
          <p:nvPr/>
        </p:nvSpPr>
        <p:spPr>
          <a:xfrm>
            <a:off x="850900" y="4064000"/>
            <a:ext cx="10922000" cy="63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0"/>
              </a:spcAft>
              <a:buNone/>
            </a:pPr>
            <a:r>
              <a:rPr lang="es-CL" sz="3000" b="1" dirty="0">
                <a:solidFill>
                  <a:srgbClr val="3D746C"/>
                </a:solidFill>
                <a:latin typeface="+mn-lt"/>
              </a:rPr>
              <a:t>Seguridad y transporte al alcance del bolsillo</a:t>
            </a:r>
          </a:p>
        </p:txBody>
      </p:sp>
      <p:sp>
        <p:nvSpPr>
          <p:cNvPr id="106" name="S107"/>
          <p:cNvSpPr/>
          <p:nvPr/>
        </p:nvSpPr>
        <p:spPr>
          <a:xfrm>
            <a:off x="850900" y="5080000"/>
            <a:ext cx="7620000" cy="50800"/>
          </a:xfrm>
          <a:prstGeom prst="rect">
            <a:avLst/>
          </a:prstGeom>
          <a:solidFill>
            <a:srgbClr val="171819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es-CL"/>
          </a:p>
        </p:txBody>
      </p:sp>
      <p:sp>
        <p:nvSpPr>
          <p:cNvPr id="107" name="S108"/>
          <p:cNvSpPr/>
          <p:nvPr/>
        </p:nvSpPr>
        <p:spPr>
          <a:xfrm>
            <a:off x="850900" y="5397500"/>
            <a:ext cx="10160000" cy="1397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800"/>
              </a:spcAft>
              <a:buNone/>
            </a:pPr>
            <a:r>
              <a:rPr lang="es-CL" sz="2000" b="1" dirty="0">
                <a:solidFill>
                  <a:srgbClr val="171819"/>
                </a:solidFill>
                <a:latin typeface="+mn-lt"/>
              </a:rPr>
              <a:t>Integrantes: </a:t>
            </a:r>
            <a:r>
              <a:rPr lang="es-CL" sz="2000" b="0" dirty="0">
                <a:solidFill>
                  <a:srgbClr val="171819"/>
                </a:solidFill>
                <a:latin typeface="+mn-lt"/>
              </a:rPr>
              <a:t>Juan Fuentes · Sebastián Méndez</a:t>
            </a:r>
          </a:p>
          <a:p>
            <a:pPr algn="l">
              <a:spcAft>
                <a:spcPts val="0"/>
              </a:spcAft>
              <a:buNone/>
            </a:pPr>
            <a:r>
              <a:rPr lang="es-CL" sz="1800" b="0" dirty="0">
                <a:solidFill>
                  <a:srgbClr val="555555"/>
                </a:solidFill>
                <a:latin typeface="+mn-lt"/>
              </a:rPr>
              <a:t>Ingeniería Informática · Sede San Joaquín · Octubre 2026</a:t>
            </a:r>
          </a:p>
        </p:txBody>
      </p:sp>
      <p:pic>
        <p:nvPicPr>
          <p:cNvPr id="904" name="Deco image1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36000" y="4191000"/>
            <a:ext cx="6350000" cy="4165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32276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E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S101"/>
          <p:cNvSpPr/>
          <p:nvPr/>
        </p:nvSpPr>
        <p:spPr>
          <a:xfrm>
            <a:off x="0" y="0"/>
            <a:ext cx="5461000" cy="8572500"/>
          </a:xfrm>
          <a:prstGeom prst="rect">
            <a:avLst/>
          </a:prstGeom>
          <a:solidFill>
            <a:srgbClr val="CDD5FA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es-CL"/>
          </a:p>
        </p:txBody>
      </p:sp>
      <p:sp>
        <p:nvSpPr>
          <p:cNvPr id="102" name="S103"/>
          <p:cNvSpPr/>
          <p:nvPr/>
        </p:nvSpPr>
        <p:spPr>
          <a:xfrm>
            <a:off x="762000" y="889000"/>
            <a:ext cx="4318000" cy="152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0"/>
              </a:spcAft>
              <a:buNone/>
            </a:pPr>
            <a:r>
              <a:rPr lang="es-CL" sz="4400" b="1" dirty="0">
                <a:solidFill>
                  <a:srgbClr val="FF681D"/>
                </a:solidFill>
                <a:latin typeface="Cy Grotesk V3 Wide Bold"/>
              </a:rPr>
              <a:t>Agenda</a:t>
            </a:r>
          </a:p>
        </p:txBody>
      </p:sp>
      <p:sp>
        <p:nvSpPr>
          <p:cNvPr id="103" name="S104"/>
          <p:cNvSpPr/>
          <p:nvPr/>
        </p:nvSpPr>
        <p:spPr>
          <a:xfrm>
            <a:off x="6350000" y="889000"/>
            <a:ext cx="889000" cy="762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0"/>
              </a:spcAft>
              <a:buNone/>
            </a:pPr>
            <a:r>
              <a:rPr lang="es-CL" sz="3600" b="1" dirty="0">
                <a:solidFill>
                  <a:srgbClr val="FF681D"/>
                </a:solidFill>
                <a:latin typeface="Cy Grotesk V3 Wide Bold"/>
              </a:rPr>
              <a:t>01</a:t>
            </a:r>
          </a:p>
        </p:txBody>
      </p:sp>
      <p:sp>
        <p:nvSpPr>
          <p:cNvPr id="104" name="S105"/>
          <p:cNvSpPr/>
          <p:nvPr/>
        </p:nvSpPr>
        <p:spPr>
          <a:xfrm>
            <a:off x="7493000" y="914400"/>
            <a:ext cx="7112000" cy="114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lang="es-CL" sz="2400" b="1" dirty="0">
                <a:solidFill>
                  <a:srgbClr val="171819"/>
                </a:solidFill>
                <a:latin typeface="Cy Grotesk V3 Wide Bold"/>
              </a:rPr>
              <a:t>Introducción y estado actual</a:t>
            </a:r>
          </a:p>
          <a:p>
            <a:pPr algn="l">
              <a:spcAft>
                <a:spcPts val="0"/>
              </a:spcAft>
              <a:buNone/>
            </a:pPr>
            <a:r>
              <a:rPr lang="es-CL" sz="1800" b="0" dirty="0">
                <a:solidFill>
                  <a:srgbClr val="3D3F42"/>
                </a:solidFill>
                <a:latin typeface="TT Interphases"/>
              </a:rPr>
              <a:t>Qué es FurgonAPP y dónde está el proyecto en la semana 9</a:t>
            </a:r>
          </a:p>
        </p:txBody>
      </p:sp>
      <p:sp>
        <p:nvSpPr>
          <p:cNvPr id="105" name="S106"/>
          <p:cNvSpPr/>
          <p:nvPr/>
        </p:nvSpPr>
        <p:spPr>
          <a:xfrm>
            <a:off x="6350000" y="2108200"/>
            <a:ext cx="8255000" cy="1905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es-CL"/>
          </a:p>
        </p:txBody>
      </p:sp>
      <p:sp>
        <p:nvSpPr>
          <p:cNvPr id="106" name="S107"/>
          <p:cNvSpPr/>
          <p:nvPr/>
        </p:nvSpPr>
        <p:spPr>
          <a:xfrm>
            <a:off x="6350000" y="2286000"/>
            <a:ext cx="889000" cy="762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0"/>
              </a:spcAft>
              <a:buNone/>
            </a:pPr>
            <a:r>
              <a:rPr lang="es-CL" sz="3600" b="1" dirty="0">
                <a:solidFill>
                  <a:srgbClr val="FF681D"/>
                </a:solidFill>
                <a:latin typeface="Cy Grotesk V3 Wide Bold"/>
              </a:rPr>
              <a:t>02</a:t>
            </a:r>
          </a:p>
        </p:txBody>
      </p:sp>
      <p:sp>
        <p:nvSpPr>
          <p:cNvPr id="107" name="S108"/>
          <p:cNvSpPr/>
          <p:nvPr/>
        </p:nvSpPr>
        <p:spPr>
          <a:xfrm>
            <a:off x="7493000" y="2311400"/>
            <a:ext cx="7112000" cy="114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lang="es-CL" sz="2400" b="1" dirty="0">
                <a:solidFill>
                  <a:srgbClr val="171819"/>
                </a:solidFill>
                <a:latin typeface="Cy Grotesk V3 Wide Bold"/>
              </a:rPr>
              <a:t>Ajustes a la propuesta</a:t>
            </a:r>
          </a:p>
          <a:p>
            <a:pPr algn="l">
              <a:spcAft>
                <a:spcPts val="0"/>
              </a:spcAft>
              <a:buNone/>
            </a:pPr>
            <a:r>
              <a:rPr lang="es-CL" sz="1800" b="0" dirty="0">
                <a:solidFill>
                  <a:srgbClr val="3D3F42"/>
                </a:solidFill>
                <a:latin typeface="TT Interphases"/>
              </a:rPr>
              <a:t>Cambios de alcance, dificultades y facilitadores</a:t>
            </a:r>
          </a:p>
        </p:txBody>
      </p:sp>
      <p:sp>
        <p:nvSpPr>
          <p:cNvPr id="108" name="S109"/>
          <p:cNvSpPr/>
          <p:nvPr/>
        </p:nvSpPr>
        <p:spPr>
          <a:xfrm>
            <a:off x="6350000" y="3505200"/>
            <a:ext cx="8255000" cy="1905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es-CL"/>
          </a:p>
        </p:txBody>
      </p:sp>
      <p:sp>
        <p:nvSpPr>
          <p:cNvPr id="109" name="S110"/>
          <p:cNvSpPr/>
          <p:nvPr/>
        </p:nvSpPr>
        <p:spPr>
          <a:xfrm>
            <a:off x="6350000" y="3683000"/>
            <a:ext cx="889000" cy="762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0"/>
              </a:spcAft>
              <a:buNone/>
            </a:pPr>
            <a:r>
              <a:rPr lang="es-CL" sz="3600" b="1" dirty="0">
                <a:solidFill>
                  <a:srgbClr val="FF681D"/>
                </a:solidFill>
                <a:latin typeface="Cy Grotesk V3 Wide Bold"/>
              </a:rPr>
              <a:t>03</a:t>
            </a:r>
          </a:p>
        </p:txBody>
      </p:sp>
      <p:sp>
        <p:nvSpPr>
          <p:cNvPr id="110" name="S111"/>
          <p:cNvSpPr/>
          <p:nvPr/>
        </p:nvSpPr>
        <p:spPr>
          <a:xfrm>
            <a:off x="7493000" y="3708400"/>
            <a:ext cx="7112000" cy="114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lang="es-CL" sz="2400" b="1" dirty="0">
                <a:solidFill>
                  <a:srgbClr val="171819"/>
                </a:solidFill>
                <a:latin typeface="Cy Grotesk V3 Wide Bold"/>
              </a:rPr>
              <a:t>Monitoreo del plan de trabajo</a:t>
            </a:r>
          </a:p>
          <a:p>
            <a:pPr algn="l">
              <a:spcAft>
                <a:spcPts val="0"/>
              </a:spcAft>
              <a:buNone/>
            </a:pPr>
            <a:r>
              <a:rPr lang="es-CL" sz="1800" b="0" dirty="0">
                <a:solidFill>
                  <a:srgbClr val="3D3F42"/>
                </a:solidFill>
                <a:latin typeface="TT Interphases"/>
              </a:rPr>
              <a:t>Avance por actividad y aspectos técnicos y metodológicos</a:t>
            </a:r>
          </a:p>
        </p:txBody>
      </p:sp>
      <p:sp>
        <p:nvSpPr>
          <p:cNvPr id="111" name="S112"/>
          <p:cNvSpPr/>
          <p:nvPr/>
        </p:nvSpPr>
        <p:spPr>
          <a:xfrm>
            <a:off x="6350000" y="4902200"/>
            <a:ext cx="8255000" cy="1905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es-CL"/>
          </a:p>
        </p:txBody>
      </p:sp>
      <p:sp>
        <p:nvSpPr>
          <p:cNvPr id="112" name="S113"/>
          <p:cNvSpPr/>
          <p:nvPr/>
        </p:nvSpPr>
        <p:spPr>
          <a:xfrm>
            <a:off x="6350000" y="5080000"/>
            <a:ext cx="889000" cy="762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0"/>
              </a:spcAft>
              <a:buNone/>
            </a:pPr>
            <a:r>
              <a:rPr lang="es-CL" sz="3600" b="1" dirty="0">
                <a:solidFill>
                  <a:srgbClr val="FF681D"/>
                </a:solidFill>
                <a:latin typeface="Cy Grotesk V3 Wide Bold"/>
              </a:rPr>
              <a:t>04</a:t>
            </a:r>
          </a:p>
        </p:txBody>
      </p:sp>
      <p:sp>
        <p:nvSpPr>
          <p:cNvPr id="113" name="S114"/>
          <p:cNvSpPr/>
          <p:nvPr/>
        </p:nvSpPr>
        <p:spPr>
          <a:xfrm>
            <a:off x="7493000" y="5105400"/>
            <a:ext cx="7112000" cy="114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lang="es-CL" sz="2400" b="1" dirty="0">
                <a:solidFill>
                  <a:srgbClr val="171819"/>
                </a:solidFill>
                <a:latin typeface="Cy Grotesk V3 Wide Bold"/>
              </a:rPr>
              <a:t>Evidencias del prototipo</a:t>
            </a:r>
          </a:p>
          <a:p>
            <a:pPr algn="l">
              <a:spcAft>
                <a:spcPts val="0"/>
              </a:spcAft>
              <a:buNone/>
            </a:pPr>
            <a:r>
              <a:rPr lang="es-CL" sz="1800" b="0" dirty="0">
                <a:solidFill>
                  <a:srgbClr val="3D3F42"/>
                </a:solidFill>
                <a:latin typeface="TT Interphases"/>
              </a:rPr>
              <a:t>Funciones principales por rol</a:t>
            </a:r>
          </a:p>
        </p:txBody>
      </p:sp>
      <p:sp>
        <p:nvSpPr>
          <p:cNvPr id="114" name="S115"/>
          <p:cNvSpPr/>
          <p:nvPr/>
        </p:nvSpPr>
        <p:spPr>
          <a:xfrm>
            <a:off x="6350000" y="6299200"/>
            <a:ext cx="8255000" cy="1905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es-CL"/>
          </a:p>
        </p:txBody>
      </p:sp>
      <p:sp>
        <p:nvSpPr>
          <p:cNvPr id="115" name="S116"/>
          <p:cNvSpPr/>
          <p:nvPr/>
        </p:nvSpPr>
        <p:spPr>
          <a:xfrm>
            <a:off x="6350000" y="6477000"/>
            <a:ext cx="889000" cy="762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0"/>
              </a:spcAft>
              <a:buNone/>
            </a:pPr>
            <a:r>
              <a:rPr lang="es-CL" sz="3600" b="1" dirty="0">
                <a:solidFill>
                  <a:srgbClr val="FF681D"/>
                </a:solidFill>
                <a:latin typeface="Cy Grotesk V3 Wide Bold"/>
              </a:rPr>
              <a:t>05</a:t>
            </a:r>
          </a:p>
        </p:txBody>
      </p:sp>
      <p:sp>
        <p:nvSpPr>
          <p:cNvPr id="116" name="S117"/>
          <p:cNvSpPr/>
          <p:nvPr/>
        </p:nvSpPr>
        <p:spPr>
          <a:xfrm>
            <a:off x="7493000" y="6502400"/>
            <a:ext cx="7112000" cy="114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lang="es-CL" sz="2400" b="1" dirty="0">
                <a:solidFill>
                  <a:srgbClr val="171819"/>
                </a:solidFill>
                <a:latin typeface="Cy Grotesk V3 Wide Bold"/>
              </a:rPr>
              <a:t>Próximos pasos</a:t>
            </a:r>
          </a:p>
          <a:p>
            <a:pPr algn="l">
              <a:spcAft>
                <a:spcPts val="0"/>
              </a:spcAft>
              <a:buNone/>
            </a:pPr>
            <a:r>
              <a:rPr lang="es-CL" sz="1800" b="0" dirty="0">
                <a:solidFill>
                  <a:srgbClr val="3D3F42"/>
                </a:solidFill>
                <a:latin typeface="TT Interphases"/>
              </a:rPr>
              <a:t>Actividades hasta la entrega final</a:t>
            </a:r>
          </a:p>
        </p:txBody>
      </p:sp>
      <p:pic>
        <p:nvPicPr>
          <p:cNvPr id="901" name="Deco image1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2413000"/>
            <a:ext cx="4191000" cy="2794000"/>
          </a:xfrm>
          <a:prstGeom prst="roundRect">
            <a:avLst/>
          </a:prstGeom>
        </p:spPr>
      </p:pic>
      <p:pic>
        <p:nvPicPr>
          <p:cNvPr id="902" name="Deco image2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889000" y="6350000"/>
            <a:ext cx="3048000" cy="2921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40926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E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1" name="Deco image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27000" y="-1651000"/>
            <a:ext cx="3302000" cy="3175000"/>
          </a:xfrm>
          <a:prstGeom prst="rect">
            <a:avLst/>
          </a:prstGeom>
        </p:spPr>
      </p:pic>
      <p:sp>
        <p:nvSpPr>
          <p:cNvPr id="101" name="S102"/>
          <p:cNvSpPr/>
          <p:nvPr/>
        </p:nvSpPr>
        <p:spPr>
          <a:xfrm>
            <a:off x="762000" y="508000"/>
            <a:ext cx="1270000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0"/>
              </a:spcAft>
              <a:buNone/>
            </a:pPr>
            <a:r>
              <a:rPr lang="es-CL" sz="1600" b="1" dirty="0">
                <a:solidFill>
                  <a:srgbClr val="FF681D"/>
                </a:solidFill>
                <a:latin typeface="TT Interphases"/>
              </a:rPr>
              <a:t>01 · INTRODUCCIÓN</a:t>
            </a:r>
          </a:p>
        </p:txBody>
      </p:sp>
      <p:sp>
        <p:nvSpPr>
          <p:cNvPr id="102" name="S103"/>
          <p:cNvSpPr/>
          <p:nvPr/>
        </p:nvSpPr>
        <p:spPr>
          <a:xfrm>
            <a:off x="762000" y="914400"/>
            <a:ext cx="11811000" cy="1397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0"/>
              </a:spcAft>
              <a:buNone/>
            </a:pPr>
            <a:r>
              <a:rPr lang="es-CL" sz="3000" b="1" dirty="0">
                <a:solidFill>
                  <a:srgbClr val="FF681D"/>
                </a:solidFill>
                <a:latin typeface="Cy Grotesk V3 Wide Bold"/>
              </a:rPr>
              <a:t>FurgonAPP reúne en una sola plataforma la búsqueda y gestión del transporte escolar</a:t>
            </a:r>
          </a:p>
        </p:txBody>
      </p:sp>
      <p:sp>
        <p:nvSpPr>
          <p:cNvPr id="103" name="S104"/>
          <p:cNvSpPr/>
          <p:nvPr/>
        </p:nvSpPr>
        <p:spPr>
          <a:xfrm>
            <a:off x="762000" y="2730500"/>
            <a:ext cx="6604000" cy="4191000"/>
          </a:xfrm>
          <a:prstGeom prst="roundRect">
            <a:avLst>
              <a:gd name="adj" fmla="val 6000"/>
            </a:avLst>
          </a:prstGeom>
          <a:solidFill>
            <a:srgbClr val="F2F2EE"/>
          </a:solidFill>
          <a:ln>
            <a:noFill/>
          </a:ln>
        </p:spPr>
        <p:txBody>
          <a:bodyPr wrap="square" lIns="304800" tIns="304800" rIns="304800" bIns="304800" anchor="t">
            <a:noAutofit/>
          </a:bodyPr>
          <a:lstStyle/>
          <a:p>
            <a:pPr algn="l">
              <a:spcAft>
                <a:spcPts val="2000"/>
              </a:spcAft>
              <a:buNone/>
            </a:pPr>
            <a:r>
              <a:rPr lang="es-CL" sz="2400" b="1" dirty="0">
                <a:solidFill>
                  <a:srgbClr val="3D746C"/>
                </a:solidFill>
                <a:latin typeface="Cy Grotesk V3 Wide Bold"/>
              </a:rPr>
              <a:t>El problema</a:t>
            </a:r>
          </a:p>
          <a:p>
            <a:pPr algn="l">
              <a:spcAft>
                <a:spcPts val="2200"/>
              </a:spcAft>
              <a:buNone/>
            </a:pPr>
            <a:r>
              <a:rPr lang="es-CL" sz="2100" b="0" dirty="0">
                <a:solidFill>
                  <a:srgbClr val="171819"/>
                </a:solidFill>
                <a:latin typeface="TT Interphases"/>
              </a:rPr>
              <a:t>La coordinación se hace por llamadas, mensajes y contacto directo.</a:t>
            </a:r>
          </a:p>
          <a:p>
            <a:pPr algn="l">
              <a:spcAft>
                <a:spcPts val="2200"/>
              </a:spcAft>
              <a:buNone/>
            </a:pPr>
            <a:r>
              <a:rPr lang="es-CL" sz="2100" b="0" dirty="0">
                <a:solidFill>
                  <a:srgbClr val="171819"/>
                </a:solidFill>
                <a:latin typeface="TT Interphases"/>
              </a:rPr>
              <a:t>Los apoderados no tienen un medio único para saber qué furgonistas cubren su sector ni si tienen cupos.</a:t>
            </a:r>
          </a:p>
          <a:p>
            <a:pPr algn="l">
              <a:spcAft>
                <a:spcPts val="0"/>
              </a:spcAft>
              <a:buNone/>
            </a:pPr>
            <a:r>
              <a:rPr lang="es-CL" sz="2100" b="0" dirty="0">
                <a:solidFill>
                  <a:srgbClr val="171819"/>
                </a:solidFill>
                <a:latin typeface="TT Interphases"/>
              </a:rPr>
              <a:t>La información de cupos queda desactualizada y la comunicación desordenada.</a:t>
            </a:r>
          </a:p>
        </p:txBody>
      </p:sp>
      <p:sp>
        <p:nvSpPr>
          <p:cNvPr id="104" name="S105"/>
          <p:cNvSpPr/>
          <p:nvPr/>
        </p:nvSpPr>
        <p:spPr>
          <a:xfrm>
            <a:off x="7874000" y="2730500"/>
            <a:ext cx="6604000" cy="4191000"/>
          </a:xfrm>
          <a:prstGeom prst="roundRect">
            <a:avLst>
              <a:gd name="adj" fmla="val 6000"/>
            </a:avLst>
          </a:prstGeom>
          <a:solidFill>
            <a:srgbClr val="CDD5FA"/>
          </a:solidFill>
          <a:ln>
            <a:noFill/>
          </a:ln>
        </p:spPr>
        <p:txBody>
          <a:bodyPr wrap="square" lIns="304800" tIns="304800" rIns="304800" bIns="304800" anchor="t">
            <a:noAutofit/>
          </a:bodyPr>
          <a:lstStyle/>
          <a:p>
            <a:pPr algn="l">
              <a:spcAft>
                <a:spcPts val="2000"/>
              </a:spcAft>
              <a:buNone/>
            </a:pPr>
            <a:r>
              <a:rPr lang="es-CL" sz="2400" b="1" dirty="0">
                <a:solidFill>
                  <a:srgbClr val="3D746C"/>
                </a:solidFill>
                <a:latin typeface="Cy Grotesk V3 Wide Bold"/>
              </a:rPr>
              <a:t>La solución</a:t>
            </a:r>
          </a:p>
          <a:p>
            <a:pPr algn="l">
              <a:spcAft>
                <a:spcPts val="2200"/>
              </a:spcAft>
              <a:buNone/>
            </a:pPr>
            <a:r>
              <a:rPr lang="es-CL" sz="2100" b="0" dirty="0">
                <a:solidFill>
                  <a:srgbClr val="171819"/>
                </a:solidFill>
                <a:latin typeface="TT Interphases"/>
              </a:rPr>
              <a:t>Aplicación web responsive con perfiles para </a:t>
            </a:r>
            <a:r>
              <a:rPr lang="es-CL" sz="2100" b="1" dirty="0">
                <a:solidFill>
                  <a:srgbClr val="171819"/>
                </a:solidFill>
                <a:latin typeface="TT Interphases"/>
              </a:rPr>
              <a:t>apoderados, furgonistas y colegios</a:t>
            </a:r>
            <a:r>
              <a:rPr lang="es-CL" sz="2100" b="0" dirty="0">
                <a:solidFill>
                  <a:srgbClr val="171819"/>
                </a:solidFill>
                <a:latin typeface="TT Interphases"/>
              </a:rPr>
              <a:t>.</a:t>
            </a:r>
          </a:p>
          <a:p>
            <a:pPr algn="l">
              <a:spcAft>
                <a:spcPts val="2200"/>
              </a:spcAft>
              <a:buNone/>
            </a:pPr>
            <a:r>
              <a:rPr lang="es-CL" sz="2100" b="0" dirty="0">
                <a:solidFill>
                  <a:srgbClr val="171819"/>
                </a:solidFill>
                <a:latin typeface="TT Interphases"/>
              </a:rPr>
              <a:t>Registro e inicio de sesión por rol, búsqueda por sector, cotizaciones, reservas y control de cupos.</a:t>
            </a:r>
          </a:p>
          <a:p>
            <a:pPr algn="l">
              <a:spcAft>
                <a:spcPts val="0"/>
              </a:spcAft>
              <a:buNone/>
            </a:pPr>
            <a:r>
              <a:rPr lang="es-CL" sz="2100" b="0" dirty="0">
                <a:solidFill>
                  <a:srgbClr val="171819"/>
                </a:solidFill>
                <a:latin typeface="TT Interphases"/>
              </a:rPr>
              <a:t>Prototipo funcional en 18 semanas: </a:t>
            </a:r>
            <a:r>
              <a:rPr lang="es-CL" sz="2100" b="1" dirty="0">
                <a:solidFill>
                  <a:srgbClr val="171819"/>
                </a:solidFill>
                <a:latin typeface="TT Interphases"/>
              </a:rPr>
              <a:t>12 de agosto al 9 de diciembre de 2026</a:t>
            </a:r>
            <a:r>
              <a:rPr lang="es-CL" sz="2100" b="0" dirty="0">
                <a:solidFill>
                  <a:srgbClr val="171819"/>
                </a:solidFill>
                <a:latin typeface="TT Interphases"/>
              </a:rPr>
              <a:t>.</a:t>
            </a:r>
          </a:p>
        </p:txBody>
      </p:sp>
      <p:pic>
        <p:nvPicPr>
          <p:cNvPr id="902" name="Deco image3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92000" y="7302500"/>
            <a:ext cx="2413000" cy="1181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67626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E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1" name="Deco image4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24000" y="-698500"/>
            <a:ext cx="1460500" cy="1587500"/>
          </a:xfrm>
          <a:prstGeom prst="rect">
            <a:avLst/>
          </a:prstGeom>
        </p:spPr>
      </p:pic>
      <p:sp>
        <p:nvSpPr>
          <p:cNvPr id="100" name="S101"/>
          <p:cNvSpPr/>
          <p:nvPr/>
        </p:nvSpPr>
        <p:spPr>
          <a:xfrm>
            <a:off x="762000" y="508000"/>
            <a:ext cx="1270000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0"/>
              </a:spcAft>
              <a:buNone/>
            </a:pPr>
            <a:r>
              <a:rPr lang="es-CL" sz="1600" b="1" dirty="0">
                <a:solidFill>
                  <a:srgbClr val="FF681D"/>
                </a:solidFill>
                <a:latin typeface="TT Interphases"/>
              </a:rPr>
              <a:t>01 · ESTADO ACTUAL</a:t>
            </a:r>
          </a:p>
        </p:txBody>
      </p:sp>
      <p:sp>
        <p:nvSpPr>
          <p:cNvPr id="101" name="S102"/>
          <p:cNvSpPr/>
          <p:nvPr/>
        </p:nvSpPr>
        <p:spPr>
          <a:xfrm>
            <a:off x="762000" y="914400"/>
            <a:ext cx="13716000" cy="1397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0"/>
              </a:spcAft>
              <a:buNone/>
            </a:pPr>
            <a:r>
              <a:rPr lang="es-CL" sz="3000" b="1" dirty="0">
                <a:solidFill>
                  <a:srgbClr val="FF681D"/>
                </a:solidFill>
                <a:latin typeface="Cy Grotesk V3 Wide Bold"/>
              </a:rPr>
              <a:t>En la semana 9 de 18, los cinco módulos por rol ya funcionan en entorno local</a:t>
            </a:r>
          </a:p>
        </p:txBody>
      </p:sp>
      <p:sp>
        <p:nvSpPr>
          <p:cNvPr id="102" name="S103"/>
          <p:cNvSpPr/>
          <p:nvPr/>
        </p:nvSpPr>
        <p:spPr>
          <a:xfrm>
            <a:off x="762000" y="2159000"/>
            <a:ext cx="4191000" cy="190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lang="es-CL" sz="6600" b="1" dirty="0">
                <a:solidFill>
                  <a:srgbClr val="FF681D"/>
                </a:solidFill>
                <a:latin typeface="Cy Grotesk V3 Wide Bold"/>
              </a:rPr>
              <a:t>9 / 18</a:t>
            </a:r>
          </a:p>
          <a:p>
            <a:pPr algn="l">
              <a:spcAft>
                <a:spcPts val="0"/>
              </a:spcAft>
              <a:buNone/>
            </a:pPr>
            <a:r>
              <a:rPr lang="es-CL" sz="1600" b="0" dirty="0">
                <a:solidFill>
                  <a:srgbClr val="3D3F42"/>
                </a:solidFill>
                <a:latin typeface="TT Interphases"/>
              </a:rPr>
              <a:t>semanas transcurridas</a:t>
            </a:r>
          </a:p>
        </p:txBody>
      </p:sp>
      <p:sp>
        <p:nvSpPr>
          <p:cNvPr id="103" name="S104"/>
          <p:cNvSpPr/>
          <p:nvPr/>
        </p:nvSpPr>
        <p:spPr>
          <a:xfrm>
            <a:off x="762000" y="4381500"/>
            <a:ext cx="4191000" cy="177800"/>
          </a:xfrm>
          <a:prstGeom prst="roundRect">
            <a:avLst/>
          </a:prstGeom>
          <a:solidFill>
            <a:srgbClr val="E6E6E1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es-CL"/>
          </a:p>
        </p:txBody>
      </p:sp>
      <p:sp>
        <p:nvSpPr>
          <p:cNvPr id="104" name="S105"/>
          <p:cNvSpPr/>
          <p:nvPr/>
        </p:nvSpPr>
        <p:spPr>
          <a:xfrm>
            <a:off x="762000" y="4381500"/>
            <a:ext cx="2095500" cy="177800"/>
          </a:xfrm>
          <a:prstGeom prst="roundRect">
            <a:avLst/>
          </a:prstGeom>
          <a:solidFill>
            <a:srgbClr val="FF681D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es-CL"/>
          </a:p>
        </p:txBody>
      </p:sp>
      <p:sp>
        <p:nvSpPr>
          <p:cNvPr id="105" name="S106"/>
          <p:cNvSpPr/>
          <p:nvPr/>
        </p:nvSpPr>
        <p:spPr>
          <a:xfrm>
            <a:off x="762000" y="4699000"/>
            <a:ext cx="4191000" cy="762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0"/>
              </a:spcAft>
              <a:buNone/>
            </a:pPr>
            <a:r>
              <a:rPr lang="es-CL" sz="1600" b="0" dirty="0">
                <a:solidFill>
                  <a:srgbClr val="3D3F42"/>
                </a:solidFill>
                <a:latin typeface="TT Interphases"/>
              </a:rPr>
              <a:t>50% del calendario. Fase 2 (desarrollo) en curso.</a:t>
            </a:r>
          </a:p>
        </p:txBody>
      </p:sp>
      <p:sp>
        <p:nvSpPr>
          <p:cNvPr id="106" name="S107"/>
          <p:cNvSpPr/>
          <p:nvPr/>
        </p:nvSpPr>
        <p:spPr>
          <a:xfrm>
            <a:off x="762000" y="5715000"/>
            <a:ext cx="4191000" cy="1778000"/>
          </a:xfrm>
          <a:prstGeom prst="roundRect">
            <a:avLst/>
          </a:prstGeom>
          <a:solidFill>
            <a:srgbClr val="F2F2EE"/>
          </a:solidFill>
          <a:ln>
            <a:noFill/>
          </a:ln>
        </p:spPr>
        <p:txBody>
          <a:bodyPr wrap="square" lIns="203200" tIns="203200" rIns="203200" bIns="203200" anchor="t">
            <a:noAutofit/>
          </a:bodyPr>
          <a:lstStyle/>
          <a:p>
            <a:pPr algn="l">
              <a:spcAft>
                <a:spcPts val="600"/>
              </a:spcAft>
              <a:buNone/>
            </a:pPr>
            <a:r>
              <a:rPr lang="es-CL" sz="1800" b="1" dirty="0">
                <a:solidFill>
                  <a:srgbClr val="3D746C"/>
                </a:solidFill>
                <a:latin typeface="TT Interphases"/>
              </a:rPr>
              <a:t>Pendiente</a:t>
            </a:r>
          </a:p>
          <a:p>
            <a:pPr algn="l">
              <a:spcAft>
                <a:spcPts val="0"/>
              </a:spcAft>
              <a:buNone/>
            </a:pPr>
            <a:r>
              <a:rPr lang="es-CL" sz="1600" b="0" dirty="0">
                <a:solidFill>
                  <a:srgbClr val="171819"/>
                </a:solidFill>
                <a:latin typeface="TT Interphases"/>
              </a:rPr>
              <a:t>Integración de Google Maps, pagos, matriz formal de pruebas e informe final.</a:t>
            </a:r>
          </a:p>
        </p:txBody>
      </p:sp>
      <p:sp>
        <p:nvSpPr>
          <p:cNvPr id="107" name="S108"/>
          <p:cNvSpPr/>
          <p:nvPr/>
        </p:nvSpPr>
        <p:spPr>
          <a:xfrm>
            <a:off x="5588000" y="2159000"/>
            <a:ext cx="8890000" cy="939800"/>
          </a:xfrm>
          <a:prstGeom prst="roundRect">
            <a:avLst/>
          </a:prstGeom>
          <a:solidFill>
            <a:srgbClr val="CDD5FA"/>
          </a:solidFill>
          <a:ln w="12700">
            <a:solidFill>
              <a:srgbClr val="CDD5FA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es-CL"/>
          </a:p>
        </p:txBody>
      </p:sp>
      <p:sp>
        <p:nvSpPr>
          <p:cNvPr id="108" name="S109"/>
          <p:cNvSpPr/>
          <p:nvPr/>
        </p:nvSpPr>
        <p:spPr>
          <a:xfrm>
            <a:off x="5842000" y="2159000"/>
            <a:ext cx="3175000" cy="939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spcAft>
                <a:spcPts val="0"/>
              </a:spcAft>
              <a:buNone/>
            </a:pPr>
            <a:r>
              <a:rPr lang="es-CL" sz="1800" b="1" dirty="0">
                <a:solidFill>
                  <a:srgbClr val="171819"/>
                </a:solidFill>
                <a:latin typeface="Cy Grotesk V3 Wide Bold"/>
              </a:rPr>
              <a:t>Acceso y registro</a:t>
            </a:r>
          </a:p>
        </p:txBody>
      </p:sp>
      <p:sp>
        <p:nvSpPr>
          <p:cNvPr id="109" name="S110"/>
          <p:cNvSpPr/>
          <p:nvPr/>
        </p:nvSpPr>
        <p:spPr>
          <a:xfrm>
            <a:off x="9080500" y="2159000"/>
            <a:ext cx="3810000" cy="939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spcAft>
                <a:spcPts val="0"/>
              </a:spcAft>
              <a:buNone/>
            </a:pPr>
            <a:r>
              <a:rPr lang="es-CL" sz="1500" b="0" dirty="0">
                <a:solidFill>
                  <a:srgbClr val="3D3F42"/>
                </a:solidFill>
                <a:latin typeface="TT Interphases"/>
              </a:rPr>
              <a:t>Login, registro por rol, validación y cierre de sesión</a:t>
            </a:r>
          </a:p>
        </p:txBody>
      </p:sp>
      <p:sp>
        <p:nvSpPr>
          <p:cNvPr id="110" name="S111"/>
          <p:cNvSpPr/>
          <p:nvPr/>
        </p:nvSpPr>
        <p:spPr>
          <a:xfrm>
            <a:off x="13081000" y="2438400"/>
            <a:ext cx="1206500" cy="381000"/>
          </a:xfrm>
          <a:prstGeom prst="roundRect">
            <a:avLst/>
          </a:prstGeom>
          <a:solidFill>
            <a:srgbClr val="3D746C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spcAft>
                <a:spcPts val="0"/>
              </a:spcAft>
              <a:buNone/>
            </a:pPr>
            <a:r>
              <a:rPr lang="es-CL" sz="1300" b="1" dirty="0">
                <a:solidFill>
                  <a:srgbClr val="FFFFFF"/>
                </a:solidFill>
                <a:latin typeface="TT Interphases"/>
              </a:rPr>
              <a:t>Operativo</a:t>
            </a:r>
          </a:p>
        </p:txBody>
      </p:sp>
      <p:sp>
        <p:nvSpPr>
          <p:cNvPr id="111" name="S112"/>
          <p:cNvSpPr/>
          <p:nvPr/>
        </p:nvSpPr>
        <p:spPr>
          <a:xfrm>
            <a:off x="5588000" y="3238500"/>
            <a:ext cx="8890000" cy="939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DD5FA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es-CL"/>
          </a:p>
        </p:txBody>
      </p:sp>
      <p:sp>
        <p:nvSpPr>
          <p:cNvPr id="112" name="S113"/>
          <p:cNvSpPr/>
          <p:nvPr/>
        </p:nvSpPr>
        <p:spPr>
          <a:xfrm>
            <a:off x="5842000" y="3238500"/>
            <a:ext cx="3175000" cy="939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spcAft>
                <a:spcPts val="0"/>
              </a:spcAft>
              <a:buNone/>
            </a:pPr>
            <a:r>
              <a:rPr lang="es-CL" sz="1800" b="1" dirty="0">
                <a:solidFill>
                  <a:srgbClr val="171819"/>
                </a:solidFill>
                <a:latin typeface="Cy Grotesk V3 Wide Bold"/>
              </a:rPr>
              <a:t>Colegio</a:t>
            </a:r>
          </a:p>
        </p:txBody>
      </p:sp>
      <p:sp>
        <p:nvSpPr>
          <p:cNvPr id="113" name="S114"/>
          <p:cNvSpPr/>
          <p:nvPr/>
        </p:nvSpPr>
        <p:spPr>
          <a:xfrm>
            <a:off x="9080500" y="3238500"/>
            <a:ext cx="3810000" cy="939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spcAft>
                <a:spcPts val="0"/>
              </a:spcAft>
              <a:buNone/>
            </a:pPr>
            <a:r>
              <a:rPr lang="es-CL" sz="1500" b="0" dirty="0">
                <a:solidFill>
                  <a:srgbClr val="3D3F42"/>
                </a:solidFill>
                <a:latin typeface="TT Interphases"/>
              </a:rPr>
              <a:t>Institución, furgonistas asociados y notificaciones</a:t>
            </a:r>
          </a:p>
        </p:txBody>
      </p:sp>
      <p:sp>
        <p:nvSpPr>
          <p:cNvPr id="114" name="S115"/>
          <p:cNvSpPr/>
          <p:nvPr/>
        </p:nvSpPr>
        <p:spPr>
          <a:xfrm>
            <a:off x="13081000" y="3517900"/>
            <a:ext cx="1206500" cy="381000"/>
          </a:xfrm>
          <a:prstGeom prst="roundRect">
            <a:avLst/>
          </a:prstGeom>
          <a:solidFill>
            <a:srgbClr val="3D746C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spcAft>
                <a:spcPts val="0"/>
              </a:spcAft>
              <a:buNone/>
            </a:pPr>
            <a:r>
              <a:rPr lang="es-CL" sz="1300" b="1" dirty="0">
                <a:solidFill>
                  <a:srgbClr val="FFFFFF"/>
                </a:solidFill>
                <a:latin typeface="TT Interphases"/>
              </a:rPr>
              <a:t>Operativo</a:t>
            </a:r>
          </a:p>
        </p:txBody>
      </p:sp>
      <p:sp>
        <p:nvSpPr>
          <p:cNvPr id="115" name="S116"/>
          <p:cNvSpPr/>
          <p:nvPr/>
        </p:nvSpPr>
        <p:spPr>
          <a:xfrm>
            <a:off x="5588000" y="4318000"/>
            <a:ext cx="8890000" cy="939800"/>
          </a:xfrm>
          <a:prstGeom prst="roundRect">
            <a:avLst/>
          </a:prstGeom>
          <a:solidFill>
            <a:srgbClr val="CDD5FA"/>
          </a:solidFill>
          <a:ln w="12700">
            <a:solidFill>
              <a:srgbClr val="CDD5FA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es-CL"/>
          </a:p>
        </p:txBody>
      </p:sp>
      <p:sp>
        <p:nvSpPr>
          <p:cNvPr id="116" name="S117"/>
          <p:cNvSpPr/>
          <p:nvPr/>
        </p:nvSpPr>
        <p:spPr>
          <a:xfrm>
            <a:off x="5842000" y="4318000"/>
            <a:ext cx="3175000" cy="939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spcAft>
                <a:spcPts val="0"/>
              </a:spcAft>
              <a:buNone/>
            </a:pPr>
            <a:r>
              <a:rPr lang="es-CL" sz="1800" b="1" dirty="0">
                <a:solidFill>
                  <a:srgbClr val="171819"/>
                </a:solidFill>
                <a:latin typeface="Cy Grotesk V3 Wide Bold"/>
              </a:rPr>
              <a:t>Furgonista</a:t>
            </a:r>
          </a:p>
        </p:txBody>
      </p:sp>
      <p:sp>
        <p:nvSpPr>
          <p:cNvPr id="117" name="S118"/>
          <p:cNvSpPr/>
          <p:nvPr/>
        </p:nvSpPr>
        <p:spPr>
          <a:xfrm>
            <a:off x="9080500" y="4318000"/>
            <a:ext cx="3810000" cy="939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spcAft>
                <a:spcPts val="0"/>
              </a:spcAft>
              <a:buNone/>
            </a:pPr>
            <a:r>
              <a:rPr lang="es-CL" sz="1500" b="0" dirty="0">
                <a:solidFill>
                  <a:srgbClr val="3D3F42"/>
                </a:solidFill>
                <a:latin typeface="TT Interphases"/>
              </a:rPr>
              <a:t>Perfil, vehículo, documentos, cobertura, ofertas y cupos</a:t>
            </a:r>
          </a:p>
        </p:txBody>
      </p:sp>
      <p:sp>
        <p:nvSpPr>
          <p:cNvPr id="118" name="S119"/>
          <p:cNvSpPr/>
          <p:nvPr/>
        </p:nvSpPr>
        <p:spPr>
          <a:xfrm>
            <a:off x="13081000" y="4597400"/>
            <a:ext cx="1206500" cy="381000"/>
          </a:xfrm>
          <a:prstGeom prst="roundRect">
            <a:avLst/>
          </a:prstGeom>
          <a:solidFill>
            <a:srgbClr val="3D746C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spcAft>
                <a:spcPts val="0"/>
              </a:spcAft>
              <a:buNone/>
            </a:pPr>
            <a:r>
              <a:rPr lang="es-CL" sz="1300" b="1" dirty="0">
                <a:solidFill>
                  <a:srgbClr val="FFFFFF"/>
                </a:solidFill>
                <a:latin typeface="TT Interphases"/>
              </a:rPr>
              <a:t>Operativo</a:t>
            </a:r>
          </a:p>
        </p:txBody>
      </p:sp>
      <p:sp>
        <p:nvSpPr>
          <p:cNvPr id="119" name="S120"/>
          <p:cNvSpPr/>
          <p:nvPr/>
        </p:nvSpPr>
        <p:spPr>
          <a:xfrm>
            <a:off x="5588000" y="5397500"/>
            <a:ext cx="8890000" cy="939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DD5FA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es-CL"/>
          </a:p>
        </p:txBody>
      </p:sp>
      <p:sp>
        <p:nvSpPr>
          <p:cNvPr id="120" name="S121"/>
          <p:cNvSpPr/>
          <p:nvPr/>
        </p:nvSpPr>
        <p:spPr>
          <a:xfrm>
            <a:off x="5842000" y="5397500"/>
            <a:ext cx="3175000" cy="939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spcAft>
                <a:spcPts val="0"/>
              </a:spcAft>
              <a:buNone/>
            </a:pPr>
            <a:r>
              <a:rPr lang="es-CL" sz="1800" b="1" dirty="0">
                <a:solidFill>
                  <a:srgbClr val="171819"/>
                </a:solidFill>
                <a:latin typeface="Cy Grotesk V3 Wide Bold"/>
              </a:rPr>
              <a:t>Apoderado</a:t>
            </a:r>
          </a:p>
        </p:txBody>
      </p:sp>
      <p:sp>
        <p:nvSpPr>
          <p:cNvPr id="121" name="S122"/>
          <p:cNvSpPr/>
          <p:nvPr/>
        </p:nvSpPr>
        <p:spPr>
          <a:xfrm>
            <a:off x="9080500" y="5397500"/>
            <a:ext cx="3810000" cy="939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spcAft>
                <a:spcPts val="0"/>
              </a:spcAft>
              <a:buNone/>
            </a:pPr>
            <a:r>
              <a:rPr lang="es-CL" sz="1500" b="0" dirty="0">
                <a:solidFill>
                  <a:srgbClr val="3D3F42"/>
                </a:solidFill>
                <a:latin typeface="TT Interphases"/>
              </a:rPr>
              <a:t>Búsqueda por sector, cotización, reserva y contrato</a:t>
            </a:r>
          </a:p>
        </p:txBody>
      </p:sp>
      <p:sp>
        <p:nvSpPr>
          <p:cNvPr id="122" name="S123"/>
          <p:cNvSpPr/>
          <p:nvPr/>
        </p:nvSpPr>
        <p:spPr>
          <a:xfrm>
            <a:off x="13081000" y="5676900"/>
            <a:ext cx="1206500" cy="381000"/>
          </a:xfrm>
          <a:prstGeom prst="roundRect">
            <a:avLst/>
          </a:prstGeom>
          <a:solidFill>
            <a:srgbClr val="3D746C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spcAft>
                <a:spcPts val="0"/>
              </a:spcAft>
              <a:buNone/>
            </a:pPr>
            <a:r>
              <a:rPr lang="es-CL" sz="1300" b="1" dirty="0">
                <a:solidFill>
                  <a:srgbClr val="FFFFFF"/>
                </a:solidFill>
                <a:latin typeface="TT Interphases"/>
              </a:rPr>
              <a:t>Operativo</a:t>
            </a:r>
          </a:p>
        </p:txBody>
      </p:sp>
      <p:sp>
        <p:nvSpPr>
          <p:cNvPr id="123" name="S124"/>
          <p:cNvSpPr/>
          <p:nvPr/>
        </p:nvSpPr>
        <p:spPr>
          <a:xfrm>
            <a:off x="5588000" y="6477000"/>
            <a:ext cx="8890000" cy="939800"/>
          </a:xfrm>
          <a:prstGeom prst="roundRect">
            <a:avLst/>
          </a:prstGeom>
          <a:solidFill>
            <a:srgbClr val="CDD5FA"/>
          </a:solidFill>
          <a:ln w="12700">
            <a:solidFill>
              <a:srgbClr val="CDD5FA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es-CL"/>
          </a:p>
        </p:txBody>
      </p:sp>
      <p:sp>
        <p:nvSpPr>
          <p:cNvPr id="124" name="S125"/>
          <p:cNvSpPr/>
          <p:nvPr/>
        </p:nvSpPr>
        <p:spPr>
          <a:xfrm>
            <a:off x="5842000" y="6477000"/>
            <a:ext cx="3175000" cy="939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spcAft>
                <a:spcPts val="0"/>
              </a:spcAft>
              <a:buNone/>
            </a:pPr>
            <a:r>
              <a:rPr lang="es-CL" sz="1800" b="1" dirty="0">
                <a:solidFill>
                  <a:srgbClr val="171819"/>
                </a:solidFill>
                <a:latin typeface="Cy Grotesk V3 Wide Bold"/>
              </a:rPr>
              <a:t>Administración</a:t>
            </a:r>
          </a:p>
        </p:txBody>
      </p:sp>
      <p:sp>
        <p:nvSpPr>
          <p:cNvPr id="125" name="S126"/>
          <p:cNvSpPr/>
          <p:nvPr/>
        </p:nvSpPr>
        <p:spPr>
          <a:xfrm>
            <a:off x="9080500" y="6477000"/>
            <a:ext cx="3810000" cy="939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spcAft>
                <a:spcPts val="0"/>
              </a:spcAft>
              <a:buNone/>
            </a:pPr>
            <a:r>
              <a:rPr lang="es-CL" sz="1500" b="0" dirty="0">
                <a:solidFill>
                  <a:srgbClr val="3D3F42"/>
                </a:solidFill>
                <a:latin typeface="TT Interphases"/>
              </a:rPr>
              <a:t>Usuarios, validación documental y estado de cuentas</a:t>
            </a:r>
          </a:p>
        </p:txBody>
      </p:sp>
      <p:sp>
        <p:nvSpPr>
          <p:cNvPr id="126" name="S127"/>
          <p:cNvSpPr/>
          <p:nvPr/>
        </p:nvSpPr>
        <p:spPr>
          <a:xfrm>
            <a:off x="13081000" y="6756400"/>
            <a:ext cx="1206500" cy="381000"/>
          </a:xfrm>
          <a:prstGeom prst="roundRect">
            <a:avLst/>
          </a:prstGeom>
          <a:solidFill>
            <a:srgbClr val="3D746C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spcAft>
                <a:spcPts val="0"/>
              </a:spcAft>
              <a:buNone/>
            </a:pPr>
            <a:r>
              <a:rPr lang="es-CL" sz="1300" b="1" dirty="0">
                <a:solidFill>
                  <a:srgbClr val="FFFFFF"/>
                </a:solidFill>
                <a:latin typeface="TT Interphases"/>
              </a:rPr>
              <a:t>Operativo</a:t>
            </a:r>
          </a:p>
        </p:txBody>
      </p:sp>
      <p:sp>
        <p:nvSpPr>
          <p:cNvPr id="127" name="S128"/>
          <p:cNvSpPr/>
          <p:nvPr/>
        </p:nvSpPr>
        <p:spPr>
          <a:xfrm>
            <a:off x="5588000" y="7594600"/>
            <a:ext cx="88900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0"/>
              </a:spcAft>
              <a:buNone/>
            </a:pPr>
            <a:r>
              <a:rPr lang="es-CL" sz="1100" b="0" dirty="0">
                <a:solidFill>
                  <a:srgbClr val="6B6B6B"/>
                </a:solidFill>
                <a:latin typeface="TT Interphases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331273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E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1" name="Deco image2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87500" y="-952500"/>
            <a:ext cx="1587500" cy="1397000"/>
          </a:xfrm>
          <a:prstGeom prst="rect">
            <a:avLst/>
          </a:prstGeom>
        </p:spPr>
      </p:pic>
      <p:sp>
        <p:nvSpPr>
          <p:cNvPr id="100" name="S101"/>
          <p:cNvSpPr/>
          <p:nvPr/>
        </p:nvSpPr>
        <p:spPr>
          <a:xfrm>
            <a:off x="762000" y="508000"/>
            <a:ext cx="1270000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0"/>
              </a:spcAft>
              <a:buNone/>
            </a:pPr>
            <a:r>
              <a:rPr lang="es-CL" sz="1600" b="1" dirty="0">
                <a:solidFill>
                  <a:srgbClr val="FF681D"/>
                </a:solidFill>
                <a:latin typeface="TT Interphases"/>
              </a:rPr>
              <a:t>02 · AJUSTES A LA PROPUESTA</a:t>
            </a:r>
          </a:p>
        </p:txBody>
      </p:sp>
      <p:sp>
        <p:nvSpPr>
          <p:cNvPr id="101" name="S102"/>
          <p:cNvSpPr/>
          <p:nvPr/>
        </p:nvSpPr>
        <p:spPr>
          <a:xfrm>
            <a:off x="762000" y="914400"/>
            <a:ext cx="13716000" cy="1397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spcAft>
                <a:spcPts val="0"/>
              </a:spcAft>
              <a:buNone/>
            </a:pPr>
            <a:r>
              <a:rPr lang="es-CL" sz="3000" b="1" dirty="0">
                <a:solidFill>
                  <a:srgbClr val="FF681D"/>
                </a:solidFill>
                <a:latin typeface="Cy Grotesk V3 Wide Bold"/>
              </a:rPr>
              <a:t>El prototipo ampliará tres funciones de la propuesta inicial y se generan pequeños cambios en funcionalidades existentes </a:t>
            </a:r>
          </a:p>
        </p:txBody>
      </p:sp>
      <p:sp>
        <p:nvSpPr>
          <p:cNvPr id="102" name="S103"/>
          <p:cNvSpPr/>
          <p:nvPr/>
        </p:nvSpPr>
        <p:spPr>
          <a:xfrm>
            <a:off x="762000" y="2540000"/>
            <a:ext cx="4191000" cy="431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spcAft>
                <a:spcPts val="0"/>
              </a:spcAft>
              <a:buNone/>
            </a:pPr>
            <a:r>
              <a:rPr lang="es-CL" sz="1600" b="1" dirty="0">
                <a:solidFill>
                  <a:srgbClr val="3D746C"/>
                </a:solidFill>
                <a:latin typeface="TT Interphases"/>
              </a:rPr>
              <a:t>Propuesta original (Fase 1)</a:t>
            </a:r>
          </a:p>
        </p:txBody>
      </p:sp>
      <p:sp>
        <p:nvSpPr>
          <p:cNvPr id="103" name="S104"/>
          <p:cNvSpPr/>
          <p:nvPr/>
        </p:nvSpPr>
        <p:spPr>
          <a:xfrm>
            <a:off x="5715000" y="2540000"/>
            <a:ext cx="8763000" cy="431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spcAft>
                <a:spcPts val="0"/>
              </a:spcAft>
              <a:buNone/>
            </a:pPr>
            <a:r>
              <a:rPr lang="es-CL" sz="1600" b="1" dirty="0">
                <a:solidFill>
                  <a:srgbClr val="3D746C"/>
                </a:solidFill>
                <a:latin typeface="TT Interphases"/>
              </a:rPr>
              <a:t>Ajuste en la versión actual</a:t>
            </a:r>
          </a:p>
        </p:txBody>
      </p:sp>
      <p:sp>
        <p:nvSpPr>
          <p:cNvPr id="104" name="S105"/>
          <p:cNvSpPr/>
          <p:nvPr/>
        </p:nvSpPr>
        <p:spPr>
          <a:xfrm>
            <a:off x="762000" y="2997200"/>
            <a:ext cx="13716000" cy="25400"/>
          </a:xfrm>
          <a:prstGeom prst="rect">
            <a:avLst/>
          </a:prstGeom>
          <a:solidFill>
            <a:srgbClr val="171819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es-CL"/>
          </a:p>
        </p:txBody>
      </p:sp>
      <p:sp>
        <p:nvSpPr>
          <p:cNvPr id="105" name="S106"/>
          <p:cNvSpPr/>
          <p:nvPr/>
        </p:nvSpPr>
        <p:spPr>
          <a:xfrm>
            <a:off x="762000" y="3098800"/>
            <a:ext cx="508000" cy="838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spcAft>
                <a:spcPts val="0"/>
              </a:spcAft>
              <a:buNone/>
            </a:pPr>
            <a:r>
              <a:rPr lang="es-CL" sz="2200" b="1" dirty="0">
                <a:solidFill>
                  <a:srgbClr val="FF681D"/>
                </a:solidFill>
                <a:latin typeface="Cy Grotesk V3 Wide Bold"/>
              </a:rPr>
              <a:t>1</a:t>
            </a:r>
          </a:p>
        </p:txBody>
      </p:sp>
      <p:sp>
        <p:nvSpPr>
          <p:cNvPr id="106" name="S107"/>
          <p:cNvSpPr/>
          <p:nvPr/>
        </p:nvSpPr>
        <p:spPr>
          <a:xfrm>
            <a:off x="1270000" y="3098800"/>
            <a:ext cx="3810000" cy="838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spcAft>
                <a:spcPts val="0"/>
              </a:spcAft>
              <a:buNone/>
            </a:pPr>
            <a:r>
              <a:rPr lang="es-CL" sz="1800" b="0" dirty="0">
                <a:solidFill>
                  <a:srgbClr val="3D3F42"/>
                </a:solidFill>
                <a:latin typeface="TT Interphases"/>
              </a:rPr>
              <a:t>Tres perfiles: apoderado, furgonista y colegio</a:t>
            </a:r>
          </a:p>
        </p:txBody>
      </p:sp>
      <p:sp>
        <p:nvSpPr>
          <p:cNvPr id="107" name="S108"/>
          <p:cNvSpPr/>
          <p:nvPr/>
        </p:nvSpPr>
        <p:spPr>
          <a:xfrm>
            <a:off x="5270500" y="3403600"/>
            <a:ext cx="279400" cy="228600"/>
          </a:xfrm>
          <a:prstGeom prst="rightArrow">
            <a:avLst/>
          </a:prstGeom>
          <a:solidFill>
            <a:srgbClr val="838FC6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es-CL"/>
          </a:p>
        </p:txBody>
      </p:sp>
      <p:sp>
        <p:nvSpPr>
          <p:cNvPr id="108" name="S109"/>
          <p:cNvSpPr/>
          <p:nvPr/>
        </p:nvSpPr>
        <p:spPr>
          <a:xfrm>
            <a:off x="5715000" y="3098800"/>
            <a:ext cx="8763000" cy="838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spcAft>
                <a:spcPts val="0"/>
              </a:spcAft>
              <a:buNone/>
            </a:pPr>
            <a:r>
              <a:rPr lang="es-CL" sz="1800" b="0" dirty="0">
                <a:solidFill>
                  <a:srgbClr val="171819"/>
                </a:solidFill>
                <a:latin typeface="TT Interphases"/>
              </a:rPr>
              <a:t>Se agregó un </a:t>
            </a:r>
            <a:r>
              <a:rPr lang="es-CL" sz="1800" b="1" dirty="0">
                <a:solidFill>
                  <a:srgbClr val="171819"/>
                </a:solidFill>
                <a:latin typeface="TT Interphases"/>
              </a:rPr>
              <a:t>perfil de administración</a:t>
            </a:r>
            <a:r>
              <a:rPr lang="es-CL" sz="1800" b="0" dirty="0">
                <a:solidFill>
                  <a:srgbClr val="171819"/>
                </a:solidFill>
                <a:latin typeface="TT Interphases"/>
              </a:rPr>
              <a:t> para gestionar usuarios y validar cuentas</a:t>
            </a:r>
          </a:p>
        </p:txBody>
      </p:sp>
      <p:sp>
        <p:nvSpPr>
          <p:cNvPr id="109" name="S110"/>
          <p:cNvSpPr/>
          <p:nvPr/>
        </p:nvSpPr>
        <p:spPr>
          <a:xfrm>
            <a:off x="762000" y="4000500"/>
            <a:ext cx="13716000" cy="127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es-CL"/>
          </a:p>
        </p:txBody>
      </p:sp>
      <p:sp>
        <p:nvSpPr>
          <p:cNvPr id="110" name="S111"/>
          <p:cNvSpPr/>
          <p:nvPr/>
        </p:nvSpPr>
        <p:spPr>
          <a:xfrm>
            <a:off x="762000" y="4064000"/>
            <a:ext cx="508000" cy="838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spcAft>
                <a:spcPts val="0"/>
              </a:spcAft>
              <a:buNone/>
            </a:pPr>
            <a:r>
              <a:rPr lang="es-CL" sz="2200" b="1" dirty="0">
                <a:solidFill>
                  <a:srgbClr val="FF681D"/>
                </a:solidFill>
                <a:latin typeface="Cy Grotesk V3 Wide Bold"/>
              </a:rPr>
              <a:t>2</a:t>
            </a:r>
          </a:p>
        </p:txBody>
      </p:sp>
      <p:sp>
        <p:nvSpPr>
          <p:cNvPr id="111" name="S112"/>
          <p:cNvSpPr/>
          <p:nvPr/>
        </p:nvSpPr>
        <p:spPr>
          <a:xfrm>
            <a:off x="1270000" y="4064000"/>
            <a:ext cx="3810000" cy="838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spcAft>
                <a:spcPts val="0"/>
              </a:spcAft>
              <a:buNone/>
            </a:pPr>
            <a:r>
              <a:rPr lang="es-CL" sz="1800" b="0" dirty="0">
                <a:solidFill>
                  <a:srgbClr val="3D3F42"/>
                </a:solidFill>
                <a:latin typeface="TT Interphases"/>
              </a:rPr>
              <a:t>Gestión básica de solicitudes</a:t>
            </a:r>
          </a:p>
        </p:txBody>
      </p:sp>
      <p:sp>
        <p:nvSpPr>
          <p:cNvPr id="112" name="S113"/>
          <p:cNvSpPr/>
          <p:nvPr/>
        </p:nvSpPr>
        <p:spPr>
          <a:xfrm>
            <a:off x="5270500" y="4368800"/>
            <a:ext cx="279400" cy="228600"/>
          </a:xfrm>
          <a:prstGeom prst="rightArrow">
            <a:avLst/>
          </a:prstGeom>
          <a:solidFill>
            <a:srgbClr val="838FC6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es-CL"/>
          </a:p>
        </p:txBody>
      </p:sp>
      <p:sp>
        <p:nvSpPr>
          <p:cNvPr id="113" name="S114"/>
          <p:cNvSpPr/>
          <p:nvPr/>
        </p:nvSpPr>
        <p:spPr>
          <a:xfrm>
            <a:off x="5715000" y="4064000"/>
            <a:ext cx="8763000" cy="838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spcAft>
                <a:spcPts val="0"/>
              </a:spcAft>
              <a:buNone/>
            </a:pPr>
            <a:r>
              <a:rPr lang="es-CL" sz="1800" b="0" dirty="0">
                <a:solidFill>
                  <a:srgbClr val="171819"/>
                </a:solidFill>
                <a:latin typeface="TT Interphases"/>
              </a:rPr>
              <a:t>Flujo completo: </a:t>
            </a:r>
            <a:r>
              <a:rPr lang="es-CL" sz="1800" b="1" dirty="0">
                <a:solidFill>
                  <a:srgbClr val="171819"/>
                </a:solidFill>
                <a:latin typeface="TT Interphases"/>
              </a:rPr>
              <a:t>cotización → oferta → reserva → contrato</a:t>
            </a:r>
          </a:p>
        </p:txBody>
      </p:sp>
      <p:sp>
        <p:nvSpPr>
          <p:cNvPr id="114" name="S115"/>
          <p:cNvSpPr/>
          <p:nvPr/>
        </p:nvSpPr>
        <p:spPr>
          <a:xfrm>
            <a:off x="762000" y="4965700"/>
            <a:ext cx="13716000" cy="127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es-CL"/>
          </a:p>
        </p:txBody>
      </p:sp>
      <p:sp>
        <p:nvSpPr>
          <p:cNvPr id="115" name="S116"/>
          <p:cNvSpPr/>
          <p:nvPr/>
        </p:nvSpPr>
        <p:spPr>
          <a:xfrm>
            <a:off x="762000" y="5029200"/>
            <a:ext cx="508000" cy="838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spcAft>
                <a:spcPts val="0"/>
              </a:spcAft>
              <a:buNone/>
            </a:pPr>
            <a:r>
              <a:rPr lang="es-CL" sz="2200" b="1" dirty="0">
                <a:solidFill>
                  <a:srgbClr val="FF681D"/>
                </a:solidFill>
                <a:latin typeface="Cy Grotesk V3 Wide Bold"/>
              </a:rPr>
              <a:t>3</a:t>
            </a:r>
          </a:p>
        </p:txBody>
      </p:sp>
      <p:sp>
        <p:nvSpPr>
          <p:cNvPr id="116" name="S117"/>
          <p:cNvSpPr/>
          <p:nvPr/>
        </p:nvSpPr>
        <p:spPr>
          <a:xfrm>
            <a:off x="1270000" y="5029200"/>
            <a:ext cx="3810000" cy="838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spcAft>
                <a:spcPts val="0"/>
              </a:spcAft>
              <a:buNone/>
            </a:pPr>
            <a:r>
              <a:rPr lang="es-CL" sz="1800" b="0" dirty="0">
                <a:solidFill>
                  <a:srgbClr val="3D3F42"/>
                </a:solidFill>
                <a:latin typeface="TT Interphases"/>
              </a:rPr>
              <a:t>Carga y consul</a:t>
            </a:r>
            <a:r>
              <a:rPr lang="es-CL" sz="1800" dirty="0">
                <a:solidFill>
                  <a:srgbClr val="3D3F42"/>
                </a:solidFill>
                <a:latin typeface="TT Interphases"/>
              </a:rPr>
              <a:t>ta</a:t>
            </a:r>
            <a:r>
              <a:rPr lang="es-CL" sz="1800" b="0" dirty="0">
                <a:solidFill>
                  <a:srgbClr val="3D3F42"/>
                </a:solidFill>
                <a:latin typeface="TT Interphases"/>
              </a:rPr>
              <a:t> de documentos del conductor básica</a:t>
            </a:r>
          </a:p>
        </p:txBody>
      </p:sp>
      <p:sp>
        <p:nvSpPr>
          <p:cNvPr id="117" name="S118"/>
          <p:cNvSpPr/>
          <p:nvPr/>
        </p:nvSpPr>
        <p:spPr>
          <a:xfrm>
            <a:off x="5270500" y="5334000"/>
            <a:ext cx="279400" cy="228600"/>
          </a:xfrm>
          <a:prstGeom prst="rightArrow">
            <a:avLst/>
          </a:prstGeom>
          <a:solidFill>
            <a:srgbClr val="838FC6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es-CL"/>
          </a:p>
        </p:txBody>
      </p:sp>
      <p:sp>
        <p:nvSpPr>
          <p:cNvPr id="118" name="S119"/>
          <p:cNvSpPr/>
          <p:nvPr/>
        </p:nvSpPr>
        <p:spPr>
          <a:xfrm>
            <a:off x="5715000" y="5029200"/>
            <a:ext cx="8763000" cy="838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spcAft>
                <a:spcPts val="0"/>
              </a:spcAft>
              <a:buNone/>
            </a:pPr>
            <a:r>
              <a:rPr lang="es-CL" sz="1800" b="0" dirty="0">
                <a:solidFill>
                  <a:srgbClr val="171819"/>
                </a:solidFill>
                <a:latin typeface="TT Interphases"/>
              </a:rPr>
              <a:t>Carga de documentos y </a:t>
            </a:r>
            <a:r>
              <a:rPr lang="es-CL" sz="1800" b="1" dirty="0">
                <a:solidFill>
                  <a:srgbClr val="171819"/>
                </a:solidFill>
                <a:latin typeface="TT Interphases"/>
              </a:rPr>
              <a:t>aprobación o rechazo</a:t>
            </a:r>
            <a:r>
              <a:rPr lang="es-CL" sz="1800" b="0" dirty="0">
                <a:solidFill>
                  <a:srgbClr val="171819"/>
                </a:solidFill>
                <a:latin typeface="TT Interphases"/>
              </a:rPr>
              <a:t> por el administrador</a:t>
            </a:r>
          </a:p>
        </p:txBody>
      </p:sp>
      <p:sp>
        <p:nvSpPr>
          <p:cNvPr id="119" name="S120"/>
          <p:cNvSpPr/>
          <p:nvPr/>
        </p:nvSpPr>
        <p:spPr>
          <a:xfrm>
            <a:off x="762000" y="5930900"/>
            <a:ext cx="13716000" cy="127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es-CL"/>
          </a:p>
        </p:txBody>
      </p:sp>
      <p:sp>
        <p:nvSpPr>
          <p:cNvPr id="120" name="S121"/>
          <p:cNvSpPr/>
          <p:nvPr/>
        </p:nvSpPr>
        <p:spPr>
          <a:xfrm>
            <a:off x="762000" y="5994400"/>
            <a:ext cx="508000" cy="838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spcAft>
                <a:spcPts val="0"/>
              </a:spcAft>
              <a:buNone/>
            </a:pPr>
            <a:r>
              <a:rPr lang="es-CL" sz="2200" b="1" dirty="0">
                <a:solidFill>
                  <a:srgbClr val="FF681D"/>
                </a:solidFill>
                <a:latin typeface="Cy Grotesk V3 Wide Bold"/>
              </a:rPr>
              <a:t>4</a:t>
            </a:r>
          </a:p>
        </p:txBody>
      </p:sp>
      <p:sp>
        <p:nvSpPr>
          <p:cNvPr id="121" name="S122"/>
          <p:cNvSpPr/>
          <p:nvPr/>
        </p:nvSpPr>
        <p:spPr>
          <a:xfrm>
            <a:off x="1270000" y="5994400"/>
            <a:ext cx="3810000" cy="838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spcAft>
                <a:spcPts val="0"/>
              </a:spcAft>
              <a:buNone/>
            </a:pPr>
            <a:r>
              <a:rPr lang="es-CL" sz="1800" b="0" dirty="0">
                <a:solidFill>
                  <a:srgbClr val="3D3F42"/>
                </a:solidFill>
                <a:latin typeface="TT Interphases"/>
              </a:rPr>
              <a:t>Sin mapas ni geolocalización</a:t>
            </a:r>
          </a:p>
        </p:txBody>
      </p:sp>
      <p:sp>
        <p:nvSpPr>
          <p:cNvPr id="122" name="S123"/>
          <p:cNvSpPr/>
          <p:nvPr/>
        </p:nvSpPr>
        <p:spPr>
          <a:xfrm>
            <a:off x="5270500" y="6299200"/>
            <a:ext cx="279400" cy="228600"/>
          </a:xfrm>
          <a:prstGeom prst="rightArrow">
            <a:avLst/>
          </a:prstGeom>
          <a:solidFill>
            <a:srgbClr val="838FC6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es-CL"/>
          </a:p>
        </p:txBody>
      </p:sp>
      <p:sp>
        <p:nvSpPr>
          <p:cNvPr id="123" name="S124"/>
          <p:cNvSpPr/>
          <p:nvPr/>
        </p:nvSpPr>
        <p:spPr>
          <a:xfrm>
            <a:off x="5715000" y="5994400"/>
            <a:ext cx="8763000" cy="838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spcAft>
                <a:spcPts val="0"/>
              </a:spcAft>
              <a:buNone/>
            </a:pPr>
            <a:r>
              <a:rPr lang="es-CL" sz="1800" b="0" dirty="0">
                <a:solidFill>
                  <a:srgbClr val="171819"/>
                </a:solidFill>
                <a:latin typeface="TT Interphases"/>
              </a:rPr>
              <a:t>Se integrará Google Maps para mostrar el área de trabajo del furgonista (en desarrollo)</a:t>
            </a:r>
          </a:p>
        </p:txBody>
      </p:sp>
      <p:sp>
        <p:nvSpPr>
          <p:cNvPr id="124" name="S125"/>
          <p:cNvSpPr/>
          <p:nvPr/>
        </p:nvSpPr>
        <p:spPr>
          <a:xfrm>
            <a:off x="762000" y="6896100"/>
            <a:ext cx="13716000" cy="127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1714326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E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1" name="Deco image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27000" y="-698500"/>
            <a:ext cx="2921000" cy="1320800"/>
          </a:xfrm>
          <a:prstGeom prst="rect">
            <a:avLst/>
          </a:prstGeom>
        </p:spPr>
      </p:pic>
      <p:sp>
        <p:nvSpPr>
          <p:cNvPr id="100" name="S101"/>
          <p:cNvSpPr/>
          <p:nvPr/>
        </p:nvSpPr>
        <p:spPr>
          <a:xfrm>
            <a:off x="762000" y="508000"/>
            <a:ext cx="1270000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0"/>
              </a:spcAft>
              <a:buNone/>
            </a:pPr>
            <a:r>
              <a:rPr lang="es-CL" sz="2000" b="1" dirty="0">
                <a:solidFill>
                  <a:srgbClr val="FF681D"/>
                </a:solidFill>
                <a:latin typeface="TT Interphases"/>
              </a:rPr>
              <a:t>02 · DIFICULTADES Y FACILITADORES</a:t>
            </a:r>
          </a:p>
        </p:txBody>
      </p:sp>
      <p:sp>
        <p:nvSpPr>
          <p:cNvPr id="101" name="S102"/>
          <p:cNvSpPr/>
          <p:nvPr/>
        </p:nvSpPr>
        <p:spPr>
          <a:xfrm>
            <a:off x="762000" y="914400"/>
            <a:ext cx="13716000" cy="1397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0"/>
              </a:spcAft>
              <a:buNone/>
            </a:pPr>
            <a:r>
              <a:rPr lang="es-CL" sz="3000" b="1" dirty="0">
                <a:solidFill>
                  <a:srgbClr val="FF681D"/>
                </a:solidFill>
                <a:latin typeface="Cy Grotesk V3 Wide Bold"/>
              </a:rPr>
              <a:t>Proteger los datos personales e integrar Google Maps son los mayores desafíos, y la división de roles sostiene el avance</a:t>
            </a:r>
          </a:p>
        </p:txBody>
      </p:sp>
      <p:sp>
        <p:nvSpPr>
          <p:cNvPr id="102" name="S103"/>
          <p:cNvSpPr/>
          <p:nvPr/>
        </p:nvSpPr>
        <p:spPr>
          <a:xfrm>
            <a:off x="762000" y="2540000"/>
            <a:ext cx="6667500" cy="5080000"/>
          </a:xfrm>
          <a:prstGeom prst="roundRect">
            <a:avLst>
              <a:gd name="adj" fmla="val 6000"/>
            </a:avLst>
          </a:prstGeom>
          <a:solidFill>
            <a:srgbClr val="F2F2EE"/>
          </a:solidFill>
          <a:ln>
            <a:noFill/>
          </a:ln>
        </p:spPr>
        <p:txBody>
          <a:bodyPr wrap="square" lIns="279400" tIns="279400" rIns="279400" bIns="279400" anchor="t">
            <a:noAutofit/>
          </a:bodyPr>
          <a:lstStyle/>
          <a:p>
            <a:pPr algn="l">
              <a:spcAft>
                <a:spcPts val="1400"/>
              </a:spcAft>
              <a:buNone/>
            </a:pPr>
            <a:r>
              <a:rPr lang="es-CL" sz="2400" b="1" dirty="0">
                <a:solidFill>
                  <a:srgbClr val="FF681D"/>
                </a:solidFill>
                <a:latin typeface="Cy Grotesk V3 Wide Bold"/>
              </a:rPr>
              <a:t>Dificultades</a:t>
            </a:r>
          </a:p>
          <a:p>
            <a:pPr marL="228600" indent="-228600">
              <a:spcAft>
                <a:spcPts val="2000"/>
              </a:spcAft>
              <a:buClr>
                <a:srgbClr val="FF681D"/>
              </a:buClr>
              <a:buFont typeface="Arial"/>
              <a:buChar char="•"/>
            </a:pPr>
            <a:r>
              <a:rPr lang="es-CL" sz="2000" b="1" dirty="0">
                <a:solidFill>
                  <a:srgbClr val="171819"/>
                </a:solidFill>
                <a:latin typeface="TT Interphases"/>
              </a:rPr>
              <a:t>Datos personales: </a:t>
            </a:r>
            <a:r>
              <a:rPr lang="es-CL" sz="2000" b="0" dirty="0">
                <a:solidFill>
                  <a:srgbClr val="171819"/>
                </a:solidFill>
                <a:latin typeface="TT Interphases"/>
              </a:rPr>
              <a:t>encontrar una plataforma que permita cifrar los datos personales de los usuarios frente a ciberataques.</a:t>
            </a:r>
          </a:p>
          <a:p>
            <a:pPr marL="228600" indent="-228600">
              <a:spcAft>
                <a:spcPts val="2000"/>
              </a:spcAft>
              <a:buClr>
                <a:srgbClr val="FF681D"/>
              </a:buClr>
              <a:buFont typeface="Arial"/>
              <a:buChar char="•"/>
            </a:pPr>
            <a:r>
              <a:rPr lang="es-CL" sz="2000" b="1" dirty="0">
                <a:solidFill>
                  <a:srgbClr val="171819"/>
                </a:solidFill>
                <a:latin typeface="TT Interphases"/>
              </a:rPr>
              <a:t>Integración de Google Maps: </a:t>
            </a:r>
            <a:r>
              <a:rPr lang="es-CL" sz="2000" b="0" dirty="0">
                <a:solidFill>
                  <a:srgbClr val="171819"/>
                </a:solidFill>
                <a:latin typeface="TT Interphases"/>
              </a:rPr>
              <a:t>conectar sus APIs para mostrar el área de trabajo del furgonista presenta dificultades técnicas al intentar integrarlo.</a:t>
            </a:r>
          </a:p>
          <a:p>
            <a:pPr marL="228600" indent="-228600">
              <a:spcAft>
                <a:spcPts val="2000"/>
              </a:spcAft>
              <a:buClr>
                <a:srgbClr val="FF681D"/>
              </a:buClr>
              <a:buFont typeface="Arial"/>
              <a:buChar char="•"/>
            </a:pPr>
            <a:r>
              <a:rPr lang="es-CL" sz="2000" b="1" dirty="0">
                <a:solidFill>
                  <a:srgbClr val="171819"/>
                </a:solidFill>
                <a:latin typeface="TT Interphases"/>
              </a:rPr>
              <a:t>Repositorio y versiones: </a:t>
            </a:r>
            <a:r>
              <a:rPr lang="es-CL" sz="2000" b="0" dirty="0">
                <a:solidFill>
                  <a:srgbClr val="171819"/>
                </a:solidFill>
                <a:latin typeface="TT Interphases"/>
              </a:rPr>
              <a:t>hubo problemas con el repositorio y desfase de versiones, que el equipo logró solucionar.</a:t>
            </a:r>
          </a:p>
          <a:p>
            <a:pPr marL="228600" indent="-228600">
              <a:spcAft>
                <a:spcPts val="2000"/>
              </a:spcAft>
              <a:buClr>
                <a:srgbClr val="FF681D"/>
              </a:buClr>
              <a:buFont typeface="Arial"/>
              <a:buChar char="•"/>
            </a:pPr>
            <a:r>
              <a:rPr lang="es-CL" sz="2000" b="1" dirty="0">
                <a:solidFill>
                  <a:srgbClr val="171819"/>
                </a:solidFill>
                <a:latin typeface="TT Interphases"/>
              </a:rPr>
              <a:t>Coordinación de horarios: </a:t>
            </a:r>
            <a:r>
              <a:rPr lang="es-CL" sz="2000" b="0" dirty="0">
                <a:solidFill>
                  <a:srgbClr val="171819"/>
                </a:solidFill>
                <a:latin typeface="TT Interphases"/>
              </a:rPr>
              <a:t>dificultad al coordinar el trabajo de ambos integrantes frente a implementación de algunas funcionalidades.</a:t>
            </a:r>
          </a:p>
        </p:txBody>
      </p:sp>
      <p:sp>
        <p:nvSpPr>
          <p:cNvPr id="103" name="S104"/>
          <p:cNvSpPr/>
          <p:nvPr/>
        </p:nvSpPr>
        <p:spPr>
          <a:xfrm>
            <a:off x="7810500" y="2540000"/>
            <a:ext cx="6667500" cy="5080000"/>
          </a:xfrm>
          <a:prstGeom prst="roundRect">
            <a:avLst>
              <a:gd name="adj" fmla="val 6000"/>
            </a:avLst>
          </a:prstGeom>
          <a:solidFill>
            <a:srgbClr val="CDD5FA"/>
          </a:solidFill>
          <a:ln>
            <a:noFill/>
          </a:ln>
        </p:spPr>
        <p:txBody>
          <a:bodyPr wrap="square" lIns="279400" tIns="279400" rIns="279400" bIns="279400" anchor="t">
            <a:noAutofit/>
          </a:bodyPr>
          <a:lstStyle/>
          <a:p>
            <a:pPr algn="l">
              <a:spcAft>
                <a:spcPts val="1400"/>
              </a:spcAft>
              <a:buNone/>
            </a:pPr>
            <a:r>
              <a:rPr lang="es-CL" sz="2400" b="1" dirty="0">
                <a:solidFill>
                  <a:srgbClr val="3D746C"/>
                </a:solidFill>
                <a:latin typeface="Cy Grotesk V3 Wide Bold"/>
              </a:rPr>
              <a:t>Facilitadores</a:t>
            </a:r>
          </a:p>
          <a:p>
            <a:pPr marL="228600" indent="-228600">
              <a:spcAft>
                <a:spcPts val="2000"/>
              </a:spcAft>
              <a:buClr>
                <a:srgbClr val="FF681D"/>
              </a:buClr>
              <a:buFont typeface="Arial"/>
              <a:buChar char="•"/>
            </a:pPr>
            <a:r>
              <a:rPr lang="es-CL" sz="2000" b="1" dirty="0">
                <a:solidFill>
                  <a:srgbClr val="171819"/>
                </a:solidFill>
                <a:latin typeface="TT Interphases"/>
              </a:rPr>
              <a:t>Roles definidos: </a:t>
            </a:r>
            <a:r>
              <a:rPr lang="es-CL" sz="2000" b="0" dirty="0">
                <a:solidFill>
                  <a:srgbClr val="171819"/>
                </a:solidFill>
                <a:latin typeface="TT Interphases"/>
              </a:rPr>
              <a:t>Juan en frontend y UI/UX, Sebastián en backend, datos e integración.</a:t>
            </a:r>
          </a:p>
          <a:p>
            <a:pPr marL="228600" indent="-228600">
              <a:spcAft>
                <a:spcPts val="2000"/>
              </a:spcAft>
              <a:buClr>
                <a:srgbClr val="FF681D"/>
              </a:buClr>
              <a:buFont typeface="Arial"/>
              <a:buChar char="•"/>
            </a:pPr>
            <a:r>
              <a:rPr lang="es-CL" sz="2000" b="1" dirty="0">
                <a:solidFill>
                  <a:srgbClr val="171819"/>
                </a:solidFill>
                <a:latin typeface="TT Interphases"/>
              </a:rPr>
              <a:t>Revisión semanal: </a:t>
            </a:r>
            <a:r>
              <a:rPr lang="es-CL" sz="2000" b="0" dirty="0">
                <a:solidFill>
                  <a:srgbClr val="171819"/>
                </a:solidFill>
                <a:latin typeface="TT Interphases"/>
              </a:rPr>
              <a:t>permite detectar atrasos a tiempo y ajustar prioridades.</a:t>
            </a:r>
          </a:p>
          <a:p>
            <a:pPr marL="228600" indent="-228600">
              <a:spcAft>
                <a:spcPts val="2000"/>
              </a:spcAft>
              <a:buClr>
                <a:srgbClr val="FF681D"/>
              </a:buClr>
              <a:buFont typeface="Arial"/>
              <a:buChar char="•"/>
            </a:pPr>
            <a:r>
              <a:rPr lang="es-CL" sz="2000" b="1" dirty="0">
                <a:solidFill>
                  <a:srgbClr val="171819"/>
                </a:solidFill>
                <a:latin typeface="TT Interphases"/>
              </a:rPr>
              <a:t>Alcance acotado: </a:t>
            </a:r>
            <a:r>
              <a:rPr lang="es-CL" sz="2000" b="0" dirty="0">
                <a:solidFill>
                  <a:srgbClr val="171819"/>
                </a:solidFill>
                <a:latin typeface="TT Interphases"/>
              </a:rPr>
              <a:t>en el prototipo se prioriza las funciones esenciales antes que las mejoras opcionales.</a:t>
            </a:r>
          </a:p>
          <a:p>
            <a:pPr marL="228600" indent="-228600">
              <a:spcAft>
                <a:spcPts val="2000"/>
              </a:spcAft>
              <a:buClr>
                <a:srgbClr val="FF681D"/>
              </a:buClr>
              <a:buFont typeface="Arial"/>
              <a:buChar char="•"/>
            </a:pPr>
            <a:r>
              <a:rPr lang="es-CL" sz="2000" b="1" dirty="0">
                <a:solidFill>
                  <a:srgbClr val="171819"/>
                </a:solidFill>
                <a:latin typeface="TT Interphases"/>
              </a:rPr>
              <a:t>Datos ficticios: </a:t>
            </a:r>
            <a:r>
              <a:rPr lang="es-CL" sz="2000" b="0" dirty="0">
                <a:solidFill>
                  <a:srgbClr val="171819"/>
                </a:solidFill>
                <a:latin typeface="TT Interphases"/>
              </a:rPr>
              <a:t>permiten desarrollar y probar sin exponer información real.</a:t>
            </a:r>
          </a:p>
        </p:txBody>
      </p:sp>
    </p:spTree>
    <p:extLst>
      <p:ext uri="{BB962C8B-B14F-4D97-AF65-F5344CB8AC3E}">
        <p14:creationId xmlns:p14="http://schemas.microsoft.com/office/powerpoint/2010/main" val="392666664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E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1" name="Deco image4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51000" y="-698500"/>
            <a:ext cx="1333500" cy="1460500"/>
          </a:xfrm>
          <a:prstGeom prst="rect">
            <a:avLst/>
          </a:prstGeom>
        </p:spPr>
      </p:pic>
      <p:sp>
        <p:nvSpPr>
          <p:cNvPr id="144" name="S145"/>
          <p:cNvSpPr/>
          <p:nvPr/>
        </p:nvSpPr>
        <p:spPr>
          <a:xfrm>
            <a:off x="6728178" y="5803900"/>
            <a:ext cx="2206978" cy="228600"/>
          </a:xfrm>
          <a:prstGeom prst="roundRect">
            <a:avLst/>
          </a:prstGeom>
          <a:solidFill>
            <a:srgbClr val="FF681D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es-CL"/>
          </a:p>
        </p:txBody>
      </p:sp>
      <p:sp>
        <p:nvSpPr>
          <p:cNvPr id="100" name="S101"/>
          <p:cNvSpPr/>
          <p:nvPr/>
        </p:nvSpPr>
        <p:spPr>
          <a:xfrm>
            <a:off x="762000" y="508000"/>
            <a:ext cx="1270000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0"/>
              </a:spcAft>
              <a:buNone/>
            </a:pPr>
            <a:r>
              <a:rPr lang="es-CL" sz="1600" b="1" dirty="0">
                <a:solidFill>
                  <a:srgbClr val="FF681D"/>
                </a:solidFill>
                <a:latin typeface="TT Interphases"/>
              </a:rPr>
              <a:t>03 · MONITOREO DEL PLAN DE TRABAJO</a:t>
            </a:r>
          </a:p>
        </p:txBody>
      </p:sp>
      <p:sp>
        <p:nvSpPr>
          <p:cNvPr id="101" name="S102"/>
          <p:cNvSpPr/>
          <p:nvPr/>
        </p:nvSpPr>
        <p:spPr>
          <a:xfrm>
            <a:off x="762000" y="914400"/>
            <a:ext cx="13716000" cy="127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0"/>
              </a:spcAft>
              <a:buNone/>
            </a:pPr>
            <a:r>
              <a:rPr lang="es-CL" sz="3000" b="1" dirty="0">
                <a:solidFill>
                  <a:srgbClr val="FF681D"/>
                </a:solidFill>
                <a:latin typeface="Cy Grotesk V3 Wide Bold"/>
              </a:rPr>
              <a:t>El plan va al día: cuatro actividades cerradas y dos en curso en la semana 9</a:t>
            </a:r>
          </a:p>
        </p:txBody>
      </p:sp>
      <p:sp>
        <p:nvSpPr>
          <p:cNvPr id="102" name="S103"/>
          <p:cNvSpPr/>
          <p:nvPr/>
        </p:nvSpPr>
        <p:spPr>
          <a:xfrm>
            <a:off x="7520517" y="2362200"/>
            <a:ext cx="152400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spcAft>
                <a:spcPts val="0"/>
              </a:spcAft>
              <a:buNone/>
            </a:pPr>
            <a:r>
              <a:rPr lang="es-CL" sz="1400" b="1" dirty="0">
                <a:solidFill>
                  <a:srgbClr val="FF681D"/>
                </a:solidFill>
                <a:latin typeface="TT Interphases"/>
              </a:rPr>
              <a:t>Hoy · S9</a:t>
            </a:r>
          </a:p>
        </p:txBody>
      </p:sp>
      <p:sp>
        <p:nvSpPr>
          <p:cNvPr id="103" name="S104"/>
          <p:cNvSpPr/>
          <p:nvPr/>
        </p:nvSpPr>
        <p:spPr>
          <a:xfrm>
            <a:off x="4457700" y="2667000"/>
            <a:ext cx="1780822" cy="304800"/>
          </a:xfrm>
          <a:prstGeom prst="rect">
            <a:avLst/>
          </a:prstGeom>
          <a:solidFill>
            <a:srgbClr val="CDD5FA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spcAft>
                <a:spcPts val="0"/>
              </a:spcAft>
              <a:buNone/>
            </a:pPr>
            <a:r>
              <a:rPr lang="es-CL" sz="1400" b="1" dirty="0">
                <a:solidFill>
                  <a:srgbClr val="3D3F42"/>
                </a:solidFill>
                <a:latin typeface="TT Interphases"/>
              </a:rPr>
              <a:t>Fase 1</a:t>
            </a:r>
          </a:p>
        </p:txBody>
      </p:sp>
      <p:sp>
        <p:nvSpPr>
          <p:cNvPr id="104" name="S105"/>
          <p:cNvSpPr/>
          <p:nvPr/>
        </p:nvSpPr>
        <p:spPr>
          <a:xfrm>
            <a:off x="6263922" y="2667000"/>
            <a:ext cx="5393267" cy="304800"/>
          </a:xfrm>
          <a:prstGeom prst="rect">
            <a:avLst/>
          </a:prstGeom>
          <a:solidFill>
            <a:srgbClr val="CDD5FA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spcAft>
                <a:spcPts val="0"/>
              </a:spcAft>
              <a:buNone/>
            </a:pPr>
            <a:r>
              <a:rPr lang="es-CL" sz="1400" b="1" dirty="0">
                <a:solidFill>
                  <a:srgbClr val="3D3F42"/>
                </a:solidFill>
                <a:latin typeface="TT Interphases"/>
              </a:rPr>
              <a:t>Fase 2</a:t>
            </a:r>
          </a:p>
        </p:txBody>
      </p:sp>
      <p:sp>
        <p:nvSpPr>
          <p:cNvPr id="105" name="S106"/>
          <p:cNvSpPr/>
          <p:nvPr/>
        </p:nvSpPr>
        <p:spPr>
          <a:xfrm>
            <a:off x="11682589" y="2667000"/>
            <a:ext cx="877711" cy="304800"/>
          </a:xfrm>
          <a:prstGeom prst="rect">
            <a:avLst/>
          </a:prstGeom>
          <a:solidFill>
            <a:srgbClr val="CDD5FA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spcAft>
                <a:spcPts val="0"/>
              </a:spcAft>
              <a:buNone/>
            </a:pPr>
            <a:r>
              <a:rPr lang="es-CL" sz="1400" b="1" dirty="0">
                <a:solidFill>
                  <a:srgbClr val="3D3F42"/>
                </a:solidFill>
                <a:latin typeface="TT Interphases"/>
              </a:rPr>
              <a:t>Fase 3</a:t>
            </a:r>
          </a:p>
        </p:txBody>
      </p:sp>
      <p:sp>
        <p:nvSpPr>
          <p:cNvPr id="106" name="S107"/>
          <p:cNvSpPr/>
          <p:nvPr/>
        </p:nvSpPr>
        <p:spPr>
          <a:xfrm>
            <a:off x="4445000" y="3022600"/>
            <a:ext cx="451556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spcAft>
                <a:spcPts val="0"/>
              </a:spcAft>
              <a:buNone/>
            </a:pPr>
            <a:r>
              <a:rPr lang="es-CL" sz="1400" b="0" dirty="0">
                <a:solidFill>
                  <a:srgbClr val="555555"/>
                </a:solidFill>
                <a:latin typeface="TT Interphases"/>
              </a:rPr>
              <a:t>1</a:t>
            </a:r>
          </a:p>
        </p:txBody>
      </p:sp>
      <p:sp>
        <p:nvSpPr>
          <p:cNvPr id="107" name="S108"/>
          <p:cNvSpPr/>
          <p:nvPr/>
        </p:nvSpPr>
        <p:spPr>
          <a:xfrm>
            <a:off x="4896556" y="3022600"/>
            <a:ext cx="451556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spcAft>
                <a:spcPts val="0"/>
              </a:spcAft>
              <a:buNone/>
            </a:pPr>
            <a:r>
              <a:rPr lang="es-CL" sz="1400" b="0" dirty="0">
                <a:solidFill>
                  <a:srgbClr val="555555"/>
                </a:solidFill>
                <a:latin typeface="TT Interphases"/>
              </a:rPr>
              <a:t>2</a:t>
            </a:r>
          </a:p>
        </p:txBody>
      </p:sp>
      <p:sp>
        <p:nvSpPr>
          <p:cNvPr id="108" name="S109"/>
          <p:cNvSpPr/>
          <p:nvPr/>
        </p:nvSpPr>
        <p:spPr>
          <a:xfrm>
            <a:off x="5348111" y="3022600"/>
            <a:ext cx="451556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spcAft>
                <a:spcPts val="0"/>
              </a:spcAft>
              <a:buNone/>
            </a:pPr>
            <a:r>
              <a:rPr lang="es-CL" sz="1400" b="0" dirty="0">
                <a:solidFill>
                  <a:srgbClr val="555555"/>
                </a:solidFill>
                <a:latin typeface="TT Interphases"/>
              </a:rPr>
              <a:t>3</a:t>
            </a:r>
          </a:p>
        </p:txBody>
      </p:sp>
      <p:sp>
        <p:nvSpPr>
          <p:cNvPr id="109" name="S110"/>
          <p:cNvSpPr/>
          <p:nvPr/>
        </p:nvSpPr>
        <p:spPr>
          <a:xfrm>
            <a:off x="5799667" y="3022600"/>
            <a:ext cx="451556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spcAft>
                <a:spcPts val="0"/>
              </a:spcAft>
              <a:buNone/>
            </a:pPr>
            <a:r>
              <a:rPr lang="es-CL" sz="1400" b="0" dirty="0">
                <a:solidFill>
                  <a:srgbClr val="555555"/>
                </a:solidFill>
                <a:latin typeface="TT Interphases"/>
              </a:rPr>
              <a:t>4</a:t>
            </a:r>
          </a:p>
        </p:txBody>
      </p:sp>
      <p:sp>
        <p:nvSpPr>
          <p:cNvPr id="110" name="S111"/>
          <p:cNvSpPr/>
          <p:nvPr/>
        </p:nvSpPr>
        <p:spPr>
          <a:xfrm>
            <a:off x="6251222" y="3022600"/>
            <a:ext cx="451556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spcAft>
                <a:spcPts val="0"/>
              </a:spcAft>
              <a:buNone/>
            </a:pPr>
            <a:r>
              <a:rPr lang="es-CL" sz="1400" b="0" dirty="0">
                <a:solidFill>
                  <a:srgbClr val="555555"/>
                </a:solidFill>
                <a:latin typeface="TT Interphases"/>
              </a:rPr>
              <a:t>5</a:t>
            </a:r>
          </a:p>
        </p:txBody>
      </p:sp>
      <p:sp>
        <p:nvSpPr>
          <p:cNvPr id="111" name="S112"/>
          <p:cNvSpPr/>
          <p:nvPr/>
        </p:nvSpPr>
        <p:spPr>
          <a:xfrm>
            <a:off x="6702778" y="3022600"/>
            <a:ext cx="451556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spcAft>
                <a:spcPts val="0"/>
              </a:spcAft>
              <a:buNone/>
            </a:pPr>
            <a:r>
              <a:rPr lang="es-CL" sz="1400" b="0" dirty="0">
                <a:solidFill>
                  <a:srgbClr val="555555"/>
                </a:solidFill>
                <a:latin typeface="TT Interphases"/>
              </a:rPr>
              <a:t>6</a:t>
            </a:r>
          </a:p>
        </p:txBody>
      </p:sp>
      <p:sp>
        <p:nvSpPr>
          <p:cNvPr id="112" name="S113"/>
          <p:cNvSpPr/>
          <p:nvPr/>
        </p:nvSpPr>
        <p:spPr>
          <a:xfrm>
            <a:off x="7154333" y="3022600"/>
            <a:ext cx="451556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spcAft>
                <a:spcPts val="0"/>
              </a:spcAft>
              <a:buNone/>
            </a:pPr>
            <a:r>
              <a:rPr lang="es-CL" sz="1400" b="0" dirty="0">
                <a:solidFill>
                  <a:srgbClr val="555555"/>
                </a:solidFill>
                <a:latin typeface="TT Interphases"/>
              </a:rPr>
              <a:t>7</a:t>
            </a:r>
          </a:p>
        </p:txBody>
      </p:sp>
      <p:sp>
        <p:nvSpPr>
          <p:cNvPr id="113" name="S114"/>
          <p:cNvSpPr/>
          <p:nvPr/>
        </p:nvSpPr>
        <p:spPr>
          <a:xfrm>
            <a:off x="8057444" y="3022600"/>
            <a:ext cx="451556" cy="279400"/>
          </a:xfrm>
          <a:prstGeom prst="roundRect">
            <a:avLst/>
          </a:prstGeom>
          <a:solidFill>
            <a:srgbClr val="FF681D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spcAft>
                <a:spcPts val="0"/>
              </a:spcAft>
              <a:buNone/>
            </a:pPr>
            <a:r>
              <a:rPr lang="es-CL" sz="1400" b="1" dirty="0">
                <a:solidFill>
                  <a:srgbClr val="FFFFFF"/>
                </a:solidFill>
                <a:latin typeface="TT Interphases"/>
              </a:rPr>
              <a:t>9</a:t>
            </a:r>
          </a:p>
        </p:txBody>
      </p:sp>
      <p:sp>
        <p:nvSpPr>
          <p:cNvPr id="114" name="S115"/>
          <p:cNvSpPr/>
          <p:nvPr/>
        </p:nvSpPr>
        <p:spPr>
          <a:xfrm>
            <a:off x="7605889" y="3022600"/>
            <a:ext cx="451556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spcAft>
                <a:spcPts val="0"/>
              </a:spcAft>
              <a:buNone/>
            </a:pPr>
            <a:r>
              <a:rPr lang="es-CL" sz="1400" b="0" dirty="0">
                <a:solidFill>
                  <a:srgbClr val="555555"/>
                </a:solidFill>
                <a:latin typeface="TT Interphases"/>
              </a:rPr>
              <a:t>8</a:t>
            </a:r>
          </a:p>
        </p:txBody>
      </p:sp>
      <p:sp>
        <p:nvSpPr>
          <p:cNvPr id="115" name="S116"/>
          <p:cNvSpPr/>
          <p:nvPr/>
        </p:nvSpPr>
        <p:spPr>
          <a:xfrm>
            <a:off x="8509000" y="3022600"/>
            <a:ext cx="451556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spcAft>
                <a:spcPts val="0"/>
              </a:spcAft>
              <a:buNone/>
            </a:pPr>
            <a:r>
              <a:rPr lang="es-CL" sz="1400" b="0" dirty="0">
                <a:solidFill>
                  <a:srgbClr val="555555"/>
                </a:solidFill>
                <a:latin typeface="TT Interphases"/>
              </a:rPr>
              <a:t>10</a:t>
            </a:r>
          </a:p>
        </p:txBody>
      </p:sp>
      <p:sp>
        <p:nvSpPr>
          <p:cNvPr id="116" name="S117"/>
          <p:cNvSpPr/>
          <p:nvPr/>
        </p:nvSpPr>
        <p:spPr>
          <a:xfrm>
            <a:off x="8960556" y="3022600"/>
            <a:ext cx="451556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spcAft>
                <a:spcPts val="0"/>
              </a:spcAft>
              <a:buNone/>
            </a:pPr>
            <a:r>
              <a:rPr lang="es-CL" sz="1400" b="0" dirty="0">
                <a:solidFill>
                  <a:srgbClr val="555555"/>
                </a:solidFill>
                <a:latin typeface="TT Interphases"/>
              </a:rPr>
              <a:t>11</a:t>
            </a:r>
          </a:p>
        </p:txBody>
      </p:sp>
      <p:sp>
        <p:nvSpPr>
          <p:cNvPr id="117" name="S118"/>
          <p:cNvSpPr/>
          <p:nvPr/>
        </p:nvSpPr>
        <p:spPr>
          <a:xfrm>
            <a:off x="9412111" y="3022600"/>
            <a:ext cx="451556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spcAft>
                <a:spcPts val="0"/>
              </a:spcAft>
              <a:buNone/>
            </a:pPr>
            <a:r>
              <a:rPr lang="es-CL" sz="1400" b="0" dirty="0">
                <a:solidFill>
                  <a:srgbClr val="555555"/>
                </a:solidFill>
                <a:latin typeface="TT Interphases"/>
              </a:rPr>
              <a:t>12</a:t>
            </a:r>
          </a:p>
        </p:txBody>
      </p:sp>
      <p:sp>
        <p:nvSpPr>
          <p:cNvPr id="118" name="S119"/>
          <p:cNvSpPr/>
          <p:nvPr/>
        </p:nvSpPr>
        <p:spPr>
          <a:xfrm>
            <a:off x="9863667" y="3022600"/>
            <a:ext cx="451556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spcAft>
                <a:spcPts val="0"/>
              </a:spcAft>
              <a:buNone/>
            </a:pPr>
            <a:r>
              <a:rPr lang="es-CL" sz="1400" b="0" dirty="0">
                <a:solidFill>
                  <a:srgbClr val="555555"/>
                </a:solidFill>
                <a:latin typeface="TT Interphases"/>
              </a:rPr>
              <a:t>13</a:t>
            </a:r>
          </a:p>
        </p:txBody>
      </p:sp>
      <p:sp>
        <p:nvSpPr>
          <p:cNvPr id="119" name="S120"/>
          <p:cNvSpPr/>
          <p:nvPr/>
        </p:nvSpPr>
        <p:spPr>
          <a:xfrm>
            <a:off x="10315222" y="3022600"/>
            <a:ext cx="451556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spcAft>
                <a:spcPts val="0"/>
              </a:spcAft>
              <a:buNone/>
            </a:pPr>
            <a:r>
              <a:rPr lang="es-CL" sz="1400" b="0" dirty="0">
                <a:solidFill>
                  <a:srgbClr val="555555"/>
                </a:solidFill>
                <a:latin typeface="TT Interphases"/>
              </a:rPr>
              <a:t>14</a:t>
            </a:r>
          </a:p>
        </p:txBody>
      </p:sp>
      <p:sp>
        <p:nvSpPr>
          <p:cNvPr id="120" name="S121"/>
          <p:cNvSpPr/>
          <p:nvPr/>
        </p:nvSpPr>
        <p:spPr>
          <a:xfrm>
            <a:off x="10766778" y="3022600"/>
            <a:ext cx="451556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spcAft>
                <a:spcPts val="0"/>
              </a:spcAft>
              <a:buNone/>
            </a:pPr>
            <a:r>
              <a:rPr lang="es-CL" sz="1400" b="0" dirty="0">
                <a:solidFill>
                  <a:srgbClr val="555555"/>
                </a:solidFill>
                <a:latin typeface="TT Interphases"/>
              </a:rPr>
              <a:t>15</a:t>
            </a:r>
          </a:p>
        </p:txBody>
      </p:sp>
      <p:sp>
        <p:nvSpPr>
          <p:cNvPr id="121" name="S122"/>
          <p:cNvSpPr/>
          <p:nvPr/>
        </p:nvSpPr>
        <p:spPr>
          <a:xfrm>
            <a:off x="11218333" y="3022600"/>
            <a:ext cx="451556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spcAft>
                <a:spcPts val="0"/>
              </a:spcAft>
              <a:buNone/>
            </a:pPr>
            <a:r>
              <a:rPr lang="es-CL" sz="1400" b="0" dirty="0">
                <a:solidFill>
                  <a:srgbClr val="555555"/>
                </a:solidFill>
                <a:latin typeface="TT Interphases"/>
              </a:rPr>
              <a:t>16</a:t>
            </a:r>
          </a:p>
        </p:txBody>
      </p:sp>
      <p:sp>
        <p:nvSpPr>
          <p:cNvPr id="122" name="S123"/>
          <p:cNvSpPr/>
          <p:nvPr/>
        </p:nvSpPr>
        <p:spPr>
          <a:xfrm>
            <a:off x="11669889" y="3022600"/>
            <a:ext cx="451556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spcAft>
                <a:spcPts val="0"/>
              </a:spcAft>
              <a:buNone/>
            </a:pPr>
            <a:r>
              <a:rPr lang="es-CL" sz="1400" b="0" dirty="0">
                <a:solidFill>
                  <a:srgbClr val="555555"/>
                </a:solidFill>
                <a:latin typeface="TT Interphases"/>
              </a:rPr>
              <a:t>17</a:t>
            </a:r>
          </a:p>
        </p:txBody>
      </p:sp>
      <p:sp>
        <p:nvSpPr>
          <p:cNvPr id="123" name="S124"/>
          <p:cNvSpPr/>
          <p:nvPr/>
        </p:nvSpPr>
        <p:spPr>
          <a:xfrm>
            <a:off x="12121444" y="3022600"/>
            <a:ext cx="451556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spcAft>
                <a:spcPts val="0"/>
              </a:spcAft>
              <a:buNone/>
            </a:pPr>
            <a:r>
              <a:rPr lang="es-CL" sz="1400" b="0" dirty="0">
                <a:solidFill>
                  <a:srgbClr val="555555"/>
                </a:solidFill>
                <a:latin typeface="TT Interphases"/>
              </a:rPr>
              <a:t>18</a:t>
            </a:r>
          </a:p>
        </p:txBody>
      </p:sp>
      <p:sp>
        <p:nvSpPr>
          <p:cNvPr id="124" name="S125"/>
          <p:cNvSpPr/>
          <p:nvPr/>
        </p:nvSpPr>
        <p:spPr>
          <a:xfrm>
            <a:off x="762000" y="3022600"/>
            <a:ext cx="355600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spcAft>
                <a:spcPts val="0"/>
              </a:spcAft>
              <a:buNone/>
            </a:pPr>
            <a:r>
              <a:rPr lang="es-CL" sz="1500" b="1" dirty="0">
                <a:solidFill>
                  <a:srgbClr val="3D746C"/>
                </a:solidFill>
                <a:latin typeface="TT Interphases"/>
              </a:rPr>
              <a:t>Actividad</a:t>
            </a:r>
          </a:p>
        </p:txBody>
      </p:sp>
      <p:sp>
        <p:nvSpPr>
          <p:cNvPr id="125" name="S126"/>
          <p:cNvSpPr/>
          <p:nvPr/>
        </p:nvSpPr>
        <p:spPr>
          <a:xfrm>
            <a:off x="12763500" y="3022600"/>
            <a:ext cx="171450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spcAft>
                <a:spcPts val="0"/>
              </a:spcAft>
              <a:buNone/>
            </a:pPr>
            <a:r>
              <a:rPr lang="es-CL" sz="1500" b="1" dirty="0">
                <a:solidFill>
                  <a:srgbClr val="3D746C"/>
                </a:solidFill>
                <a:latin typeface="TT Interphases"/>
              </a:rPr>
              <a:t>Estado</a:t>
            </a:r>
          </a:p>
        </p:txBody>
      </p:sp>
      <p:sp>
        <p:nvSpPr>
          <p:cNvPr id="126" name="S127"/>
          <p:cNvSpPr/>
          <p:nvPr/>
        </p:nvSpPr>
        <p:spPr>
          <a:xfrm>
            <a:off x="762000" y="3340100"/>
            <a:ext cx="13716000" cy="19050"/>
          </a:xfrm>
          <a:prstGeom prst="rect">
            <a:avLst/>
          </a:prstGeom>
          <a:solidFill>
            <a:srgbClr val="171819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es-CL"/>
          </a:p>
        </p:txBody>
      </p:sp>
      <p:sp>
        <p:nvSpPr>
          <p:cNvPr id="127" name="S128"/>
          <p:cNvSpPr/>
          <p:nvPr/>
        </p:nvSpPr>
        <p:spPr>
          <a:xfrm>
            <a:off x="762000" y="3403600"/>
            <a:ext cx="3619500" cy="50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spcAft>
                <a:spcPts val="0"/>
              </a:spcAft>
              <a:buNone/>
            </a:pPr>
            <a:r>
              <a:rPr lang="es-CL" sz="1600" b="1" dirty="0">
                <a:solidFill>
                  <a:srgbClr val="171819"/>
                </a:solidFill>
                <a:latin typeface="TT Interphases"/>
              </a:rPr>
              <a:t>Requisitos y alcance</a:t>
            </a:r>
          </a:p>
          <a:p>
            <a:pPr algn="l">
              <a:spcAft>
                <a:spcPts val="0"/>
              </a:spcAft>
              <a:buNone/>
            </a:pPr>
            <a:r>
              <a:rPr lang="es-CL" sz="1400" b="0" dirty="0">
                <a:solidFill>
                  <a:srgbClr val="555555"/>
                </a:solidFill>
                <a:latin typeface="TT Interphases"/>
              </a:rPr>
              <a:t>Ambos</a:t>
            </a:r>
          </a:p>
        </p:txBody>
      </p:sp>
      <p:sp>
        <p:nvSpPr>
          <p:cNvPr id="128" name="S129"/>
          <p:cNvSpPr/>
          <p:nvPr/>
        </p:nvSpPr>
        <p:spPr>
          <a:xfrm>
            <a:off x="4470400" y="3568700"/>
            <a:ext cx="852311" cy="228600"/>
          </a:xfrm>
          <a:prstGeom prst="roundRect">
            <a:avLst/>
          </a:prstGeom>
          <a:solidFill>
            <a:srgbClr val="3D746C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es-CL"/>
          </a:p>
        </p:txBody>
      </p:sp>
      <p:sp>
        <p:nvSpPr>
          <p:cNvPr id="129" name="S130"/>
          <p:cNvSpPr/>
          <p:nvPr/>
        </p:nvSpPr>
        <p:spPr>
          <a:xfrm>
            <a:off x="12827000" y="3505200"/>
            <a:ext cx="1587500" cy="355600"/>
          </a:xfrm>
          <a:prstGeom prst="roundRect">
            <a:avLst/>
          </a:prstGeom>
          <a:solidFill>
            <a:srgbClr val="3D746C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spcAft>
                <a:spcPts val="0"/>
              </a:spcAft>
              <a:buNone/>
            </a:pPr>
            <a:r>
              <a:rPr lang="es-CL" sz="1400" b="1" dirty="0">
                <a:solidFill>
                  <a:srgbClr val="FFFFFF"/>
                </a:solidFill>
                <a:latin typeface="TT Interphases"/>
              </a:rPr>
              <a:t>Completado</a:t>
            </a:r>
          </a:p>
        </p:txBody>
      </p:sp>
      <p:sp>
        <p:nvSpPr>
          <p:cNvPr id="130" name="S131"/>
          <p:cNvSpPr/>
          <p:nvPr/>
        </p:nvSpPr>
        <p:spPr>
          <a:xfrm>
            <a:off x="762000" y="3950511"/>
            <a:ext cx="13716000" cy="9525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es-CL"/>
          </a:p>
        </p:txBody>
      </p:sp>
      <p:sp>
        <p:nvSpPr>
          <p:cNvPr id="131" name="S132"/>
          <p:cNvSpPr/>
          <p:nvPr/>
        </p:nvSpPr>
        <p:spPr>
          <a:xfrm>
            <a:off x="762000" y="3962400"/>
            <a:ext cx="3619500" cy="50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spcAft>
                <a:spcPts val="0"/>
              </a:spcAft>
              <a:buNone/>
            </a:pPr>
            <a:r>
              <a:rPr lang="es-CL" sz="1600" b="1" dirty="0">
                <a:solidFill>
                  <a:srgbClr val="171819"/>
                </a:solidFill>
                <a:latin typeface="TT Interphases"/>
              </a:rPr>
              <a:t>Prototipo UI/UX</a:t>
            </a:r>
          </a:p>
          <a:p>
            <a:pPr algn="l">
              <a:spcAft>
                <a:spcPts val="0"/>
              </a:spcAft>
              <a:buNone/>
            </a:pPr>
            <a:r>
              <a:rPr lang="es-CL" sz="1400" b="0" dirty="0">
                <a:solidFill>
                  <a:srgbClr val="555555"/>
                </a:solidFill>
                <a:latin typeface="TT Interphases"/>
              </a:rPr>
              <a:t>Juan</a:t>
            </a:r>
          </a:p>
        </p:txBody>
      </p:sp>
      <p:sp>
        <p:nvSpPr>
          <p:cNvPr id="132" name="S133"/>
          <p:cNvSpPr/>
          <p:nvPr/>
        </p:nvSpPr>
        <p:spPr>
          <a:xfrm>
            <a:off x="4921956" y="4127500"/>
            <a:ext cx="1303867" cy="228600"/>
          </a:xfrm>
          <a:prstGeom prst="roundRect">
            <a:avLst/>
          </a:prstGeom>
          <a:solidFill>
            <a:srgbClr val="3D746C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es-CL"/>
          </a:p>
        </p:txBody>
      </p:sp>
      <p:sp>
        <p:nvSpPr>
          <p:cNvPr id="133" name="S134"/>
          <p:cNvSpPr/>
          <p:nvPr/>
        </p:nvSpPr>
        <p:spPr>
          <a:xfrm>
            <a:off x="12827000" y="4064000"/>
            <a:ext cx="1587500" cy="355600"/>
          </a:xfrm>
          <a:prstGeom prst="roundRect">
            <a:avLst/>
          </a:prstGeom>
          <a:solidFill>
            <a:srgbClr val="3D746C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spcAft>
                <a:spcPts val="0"/>
              </a:spcAft>
              <a:buNone/>
            </a:pPr>
            <a:r>
              <a:rPr lang="es-CL" sz="1400" b="1" dirty="0">
                <a:solidFill>
                  <a:srgbClr val="FFFFFF"/>
                </a:solidFill>
                <a:latin typeface="TT Interphases"/>
              </a:rPr>
              <a:t>Completado</a:t>
            </a:r>
          </a:p>
        </p:txBody>
      </p:sp>
      <p:sp>
        <p:nvSpPr>
          <p:cNvPr id="134" name="S135"/>
          <p:cNvSpPr/>
          <p:nvPr/>
        </p:nvSpPr>
        <p:spPr>
          <a:xfrm>
            <a:off x="762000" y="4509311"/>
            <a:ext cx="13716000" cy="9525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es-CL"/>
          </a:p>
        </p:txBody>
      </p:sp>
      <p:sp>
        <p:nvSpPr>
          <p:cNvPr id="135" name="S136"/>
          <p:cNvSpPr/>
          <p:nvPr/>
        </p:nvSpPr>
        <p:spPr>
          <a:xfrm>
            <a:off x="762000" y="4521200"/>
            <a:ext cx="3619500" cy="50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spcAft>
                <a:spcPts val="0"/>
              </a:spcAft>
              <a:buNone/>
            </a:pPr>
            <a:r>
              <a:rPr lang="es-CL" sz="1600" b="1" dirty="0">
                <a:solidFill>
                  <a:srgbClr val="171819"/>
                </a:solidFill>
                <a:latin typeface="TT Interphases"/>
              </a:rPr>
              <a:t>Datos y arquitectura</a:t>
            </a:r>
          </a:p>
          <a:p>
            <a:pPr algn="l">
              <a:spcAft>
                <a:spcPts val="0"/>
              </a:spcAft>
              <a:buNone/>
            </a:pPr>
            <a:r>
              <a:rPr lang="es-CL" sz="1400" b="0" dirty="0">
                <a:solidFill>
                  <a:srgbClr val="555555"/>
                </a:solidFill>
                <a:latin typeface="TT Interphases"/>
              </a:rPr>
              <a:t>Sebastián</a:t>
            </a:r>
          </a:p>
        </p:txBody>
      </p:sp>
      <p:sp>
        <p:nvSpPr>
          <p:cNvPr id="136" name="S137"/>
          <p:cNvSpPr/>
          <p:nvPr/>
        </p:nvSpPr>
        <p:spPr>
          <a:xfrm>
            <a:off x="5373511" y="4686300"/>
            <a:ext cx="1303867" cy="228600"/>
          </a:xfrm>
          <a:prstGeom prst="roundRect">
            <a:avLst/>
          </a:prstGeom>
          <a:solidFill>
            <a:srgbClr val="3D746C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es-CL"/>
          </a:p>
        </p:txBody>
      </p:sp>
      <p:sp>
        <p:nvSpPr>
          <p:cNvPr id="137" name="S138"/>
          <p:cNvSpPr/>
          <p:nvPr/>
        </p:nvSpPr>
        <p:spPr>
          <a:xfrm>
            <a:off x="12827000" y="4622800"/>
            <a:ext cx="1587500" cy="355600"/>
          </a:xfrm>
          <a:prstGeom prst="roundRect">
            <a:avLst/>
          </a:prstGeom>
          <a:solidFill>
            <a:srgbClr val="3D746C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spcAft>
                <a:spcPts val="0"/>
              </a:spcAft>
              <a:buNone/>
            </a:pPr>
            <a:r>
              <a:rPr lang="es-CL" sz="1400" b="1" dirty="0">
                <a:solidFill>
                  <a:srgbClr val="FFFFFF"/>
                </a:solidFill>
                <a:latin typeface="TT Interphases"/>
              </a:rPr>
              <a:t>Completado</a:t>
            </a:r>
          </a:p>
        </p:txBody>
      </p:sp>
      <p:sp>
        <p:nvSpPr>
          <p:cNvPr id="138" name="S139"/>
          <p:cNvSpPr/>
          <p:nvPr/>
        </p:nvSpPr>
        <p:spPr>
          <a:xfrm>
            <a:off x="762000" y="5068111"/>
            <a:ext cx="13716000" cy="9525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es-CL"/>
          </a:p>
        </p:txBody>
      </p:sp>
      <p:sp>
        <p:nvSpPr>
          <p:cNvPr id="139" name="S140"/>
          <p:cNvSpPr/>
          <p:nvPr/>
        </p:nvSpPr>
        <p:spPr>
          <a:xfrm>
            <a:off x="762000" y="5080000"/>
            <a:ext cx="3619500" cy="50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spcAft>
                <a:spcPts val="0"/>
              </a:spcAft>
              <a:buNone/>
            </a:pPr>
            <a:r>
              <a:rPr lang="es-CL" sz="1600" b="1" dirty="0">
                <a:solidFill>
                  <a:srgbClr val="171819"/>
                </a:solidFill>
                <a:latin typeface="TT Interphases"/>
              </a:rPr>
              <a:t>Backend y usuarios</a:t>
            </a:r>
          </a:p>
          <a:p>
            <a:pPr algn="l">
              <a:spcAft>
                <a:spcPts val="0"/>
              </a:spcAft>
              <a:buNone/>
            </a:pPr>
            <a:r>
              <a:rPr lang="es-CL" sz="1400" b="0" dirty="0">
                <a:solidFill>
                  <a:srgbClr val="555555"/>
                </a:solidFill>
                <a:latin typeface="TT Interphases"/>
              </a:rPr>
              <a:t>Sebastián</a:t>
            </a:r>
          </a:p>
        </p:txBody>
      </p:sp>
      <p:sp>
        <p:nvSpPr>
          <p:cNvPr id="140" name="S141"/>
          <p:cNvSpPr/>
          <p:nvPr/>
        </p:nvSpPr>
        <p:spPr>
          <a:xfrm>
            <a:off x="6276622" y="5245100"/>
            <a:ext cx="1755422" cy="228600"/>
          </a:xfrm>
          <a:prstGeom prst="roundRect">
            <a:avLst/>
          </a:prstGeom>
          <a:solidFill>
            <a:srgbClr val="3D746C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es-CL"/>
          </a:p>
        </p:txBody>
      </p:sp>
      <p:sp>
        <p:nvSpPr>
          <p:cNvPr id="141" name="S142"/>
          <p:cNvSpPr/>
          <p:nvPr/>
        </p:nvSpPr>
        <p:spPr>
          <a:xfrm>
            <a:off x="12827000" y="5181600"/>
            <a:ext cx="1587500" cy="355600"/>
          </a:xfrm>
          <a:prstGeom prst="roundRect">
            <a:avLst/>
          </a:prstGeom>
          <a:solidFill>
            <a:srgbClr val="3D746C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spcAft>
                <a:spcPts val="0"/>
              </a:spcAft>
              <a:buNone/>
            </a:pPr>
            <a:r>
              <a:rPr lang="es-CL" sz="1400" b="1" dirty="0">
                <a:solidFill>
                  <a:srgbClr val="FFFFFF"/>
                </a:solidFill>
                <a:latin typeface="TT Interphases"/>
              </a:rPr>
              <a:t>Completado</a:t>
            </a:r>
          </a:p>
        </p:txBody>
      </p:sp>
      <p:sp>
        <p:nvSpPr>
          <p:cNvPr id="142" name="S143"/>
          <p:cNvSpPr/>
          <p:nvPr/>
        </p:nvSpPr>
        <p:spPr>
          <a:xfrm>
            <a:off x="762000" y="5626911"/>
            <a:ext cx="13716000" cy="9525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es-CL"/>
          </a:p>
        </p:txBody>
      </p:sp>
      <p:sp>
        <p:nvSpPr>
          <p:cNvPr id="143" name="S144"/>
          <p:cNvSpPr/>
          <p:nvPr/>
        </p:nvSpPr>
        <p:spPr>
          <a:xfrm>
            <a:off x="762000" y="5638800"/>
            <a:ext cx="3619500" cy="50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spcAft>
                <a:spcPts val="0"/>
              </a:spcAft>
              <a:buNone/>
            </a:pPr>
            <a:r>
              <a:rPr lang="es-CL" sz="1600" b="1" dirty="0">
                <a:solidFill>
                  <a:srgbClr val="171819"/>
                </a:solidFill>
                <a:latin typeface="TT Interphases"/>
              </a:rPr>
              <a:t>Frontend responsive</a:t>
            </a:r>
          </a:p>
          <a:p>
            <a:pPr algn="l">
              <a:spcAft>
                <a:spcPts val="0"/>
              </a:spcAft>
              <a:buNone/>
            </a:pPr>
            <a:r>
              <a:rPr lang="es-CL" sz="1400" b="0" dirty="0">
                <a:solidFill>
                  <a:srgbClr val="555555"/>
                </a:solidFill>
                <a:latin typeface="TT Interphases"/>
              </a:rPr>
              <a:t>Juan</a:t>
            </a:r>
          </a:p>
        </p:txBody>
      </p:sp>
      <p:sp>
        <p:nvSpPr>
          <p:cNvPr id="145" name="S146"/>
          <p:cNvSpPr/>
          <p:nvPr/>
        </p:nvSpPr>
        <p:spPr>
          <a:xfrm>
            <a:off x="12827000" y="5740400"/>
            <a:ext cx="1587500" cy="355600"/>
          </a:xfrm>
          <a:prstGeom prst="roundRect">
            <a:avLst/>
          </a:prstGeom>
          <a:solidFill>
            <a:srgbClr val="FF681D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spcAft>
                <a:spcPts val="0"/>
              </a:spcAft>
              <a:buNone/>
            </a:pPr>
            <a:r>
              <a:rPr lang="es-CL" sz="1400" b="1" dirty="0">
                <a:solidFill>
                  <a:srgbClr val="FFFFFF"/>
                </a:solidFill>
                <a:latin typeface="TT Interphases"/>
              </a:rPr>
              <a:t>En curso</a:t>
            </a:r>
          </a:p>
        </p:txBody>
      </p:sp>
      <p:sp>
        <p:nvSpPr>
          <p:cNvPr id="146" name="S147"/>
          <p:cNvSpPr/>
          <p:nvPr/>
        </p:nvSpPr>
        <p:spPr>
          <a:xfrm>
            <a:off x="762000" y="6185711"/>
            <a:ext cx="13716000" cy="9525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es-CL"/>
          </a:p>
        </p:txBody>
      </p:sp>
      <p:sp>
        <p:nvSpPr>
          <p:cNvPr id="147" name="S148"/>
          <p:cNvSpPr/>
          <p:nvPr/>
        </p:nvSpPr>
        <p:spPr>
          <a:xfrm>
            <a:off x="762000" y="6197600"/>
            <a:ext cx="3619500" cy="50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spcAft>
                <a:spcPts val="0"/>
              </a:spcAft>
              <a:buNone/>
            </a:pPr>
            <a:r>
              <a:rPr lang="es-CL" sz="1600" b="1" dirty="0">
                <a:solidFill>
                  <a:srgbClr val="171819"/>
                </a:solidFill>
                <a:latin typeface="TT Interphases"/>
              </a:rPr>
              <a:t>Cupos, búsqueda y mapas</a:t>
            </a:r>
          </a:p>
          <a:p>
            <a:pPr algn="l">
              <a:spcAft>
                <a:spcPts val="0"/>
              </a:spcAft>
              <a:buNone/>
            </a:pPr>
            <a:r>
              <a:rPr lang="es-CL" sz="1400" b="0" dirty="0">
                <a:solidFill>
                  <a:srgbClr val="555555"/>
                </a:solidFill>
                <a:latin typeface="TT Interphases"/>
              </a:rPr>
              <a:t>Ambos</a:t>
            </a:r>
          </a:p>
        </p:txBody>
      </p:sp>
      <p:sp>
        <p:nvSpPr>
          <p:cNvPr id="148" name="S149"/>
          <p:cNvSpPr/>
          <p:nvPr/>
        </p:nvSpPr>
        <p:spPr>
          <a:xfrm>
            <a:off x="8082844" y="6362700"/>
            <a:ext cx="1755422" cy="228600"/>
          </a:xfrm>
          <a:prstGeom prst="roundRect">
            <a:avLst/>
          </a:prstGeom>
          <a:solidFill>
            <a:srgbClr val="FF681D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es-CL"/>
          </a:p>
        </p:txBody>
      </p:sp>
      <p:sp>
        <p:nvSpPr>
          <p:cNvPr id="149" name="S150"/>
          <p:cNvSpPr/>
          <p:nvPr/>
        </p:nvSpPr>
        <p:spPr>
          <a:xfrm>
            <a:off x="12827000" y="6299200"/>
            <a:ext cx="1587500" cy="355600"/>
          </a:xfrm>
          <a:prstGeom prst="roundRect">
            <a:avLst/>
          </a:prstGeom>
          <a:solidFill>
            <a:srgbClr val="FF681D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spcAft>
                <a:spcPts val="0"/>
              </a:spcAft>
              <a:buNone/>
            </a:pPr>
            <a:r>
              <a:rPr lang="es-CL" sz="1400" b="1" dirty="0">
                <a:solidFill>
                  <a:srgbClr val="FFFFFF"/>
                </a:solidFill>
                <a:latin typeface="TT Interphases"/>
              </a:rPr>
              <a:t>En curso</a:t>
            </a:r>
          </a:p>
        </p:txBody>
      </p:sp>
      <p:sp>
        <p:nvSpPr>
          <p:cNvPr id="150" name="S151"/>
          <p:cNvSpPr/>
          <p:nvPr/>
        </p:nvSpPr>
        <p:spPr>
          <a:xfrm>
            <a:off x="762000" y="6744511"/>
            <a:ext cx="13716000" cy="9525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es-CL"/>
          </a:p>
        </p:txBody>
      </p:sp>
      <p:sp>
        <p:nvSpPr>
          <p:cNvPr id="151" name="S152"/>
          <p:cNvSpPr/>
          <p:nvPr/>
        </p:nvSpPr>
        <p:spPr>
          <a:xfrm>
            <a:off x="762000" y="6756400"/>
            <a:ext cx="3619500" cy="50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spcAft>
                <a:spcPts val="0"/>
              </a:spcAft>
              <a:buNone/>
            </a:pPr>
            <a:r>
              <a:rPr lang="es-CL" sz="1600" b="1" dirty="0">
                <a:solidFill>
                  <a:srgbClr val="171819"/>
                </a:solidFill>
                <a:latin typeface="TT Interphases"/>
              </a:rPr>
              <a:t>Integración y pruebas</a:t>
            </a:r>
          </a:p>
          <a:p>
            <a:pPr algn="l">
              <a:spcAft>
                <a:spcPts val="0"/>
              </a:spcAft>
              <a:buNone/>
            </a:pPr>
            <a:r>
              <a:rPr lang="es-CL" sz="1400" b="0" dirty="0">
                <a:solidFill>
                  <a:srgbClr val="555555"/>
                </a:solidFill>
                <a:latin typeface="TT Interphases"/>
              </a:rPr>
              <a:t>Ambos</a:t>
            </a:r>
          </a:p>
        </p:txBody>
      </p:sp>
      <p:sp>
        <p:nvSpPr>
          <p:cNvPr id="152" name="S153"/>
          <p:cNvSpPr/>
          <p:nvPr/>
        </p:nvSpPr>
        <p:spPr>
          <a:xfrm>
            <a:off x="9437511" y="6921500"/>
            <a:ext cx="2658533" cy="228600"/>
          </a:xfrm>
          <a:prstGeom prst="roundRect">
            <a:avLst/>
          </a:prstGeom>
          <a:solidFill>
            <a:srgbClr val="C8C8C2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es-CL"/>
          </a:p>
        </p:txBody>
      </p:sp>
      <p:sp>
        <p:nvSpPr>
          <p:cNvPr id="153" name="S154"/>
          <p:cNvSpPr/>
          <p:nvPr/>
        </p:nvSpPr>
        <p:spPr>
          <a:xfrm>
            <a:off x="12827000" y="6858000"/>
            <a:ext cx="1587500" cy="355600"/>
          </a:xfrm>
          <a:prstGeom prst="roundRect">
            <a:avLst/>
          </a:prstGeom>
          <a:solidFill>
            <a:srgbClr val="E6E6E1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spcAft>
                <a:spcPts val="0"/>
              </a:spcAft>
              <a:buNone/>
            </a:pPr>
            <a:r>
              <a:rPr lang="es-CL" sz="1400" b="1" dirty="0">
                <a:solidFill>
                  <a:srgbClr val="3D3F42"/>
                </a:solidFill>
                <a:latin typeface="TT Interphases"/>
              </a:rPr>
              <a:t>Pendiente</a:t>
            </a:r>
          </a:p>
        </p:txBody>
      </p:sp>
      <p:sp>
        <p:nvSpPr>
          <p:cNvPr id="154" name="S155"/>
          <p:cNvSpPr/>
          <p:nvPr/>
        </p:nvSpPr>
        <p:spPr>
          <a:xfrm>
            <a:off x="762000" y="7303311"/>
            <a:ext cx="13716000" cy="9525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es-CL"/>
          </a:p>
        </p:txBody>
      </p:sp>
      <p:sp>
        <p:nvSpPr>
          <p:cNvPr id="155" name="S156"/>
          <p:cNvSpPr/>
          <p:nvPr/>
        </p:nvSpPr>
        <p:spPr>
          <a:xfrm>
            <a:off x="762000" y="7315200"/>
            <a:ext cx="3619500" cy="50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spcAft>
                <a:spcPts val="0"/>
              </a:spcAft>
              <a:buNone/>
            </a:pPr>
            <a:r>
              <a:rPr lang="es-CL" sz="1600" b="1" dirty="0">
                <a:solidFill>
                  <a:srgbClr val="171819"/>
                </a:solidFill>
                <a:latin typeface="TT Interphases"/>
              </a:rPr>
              <a:t>Informe y entrega final</a:t>
            </a:r>
          </a:p>
          <a:p>
            <a:pPr algn="l">
              <a:spcAft>
                <a:spcPts val="0"/>
              </a:spcAft>
              <a:buNone/>
            </a:pPr>
            <a:r>
              <a:rPr lang="es-CL" sz="1400" b="0" dirty="0">
                <a:solidFill>
                  <a:srgbClr val="555555"/>
                </a:solidFill>
                <a:latin typeface="TT Interphases"/>
              </a:rPr>
              <a:t>Ambos</a:t>
            </a:r>
          </a:p>
        </p:txBody>
      </p:sp>
      <p:sp>
        <p:nvSpPr>
          <p:cNvPr id="156" name="S157"/>
          <p:cNvSpPr/>
          <p:nvPr/>
        </p:nvSpPr>
        <p:spPr>
          <a:xfrm>
            <a:off x="11243733" y="7480300"/>
            <a:ext cx="1303867" cy="228600"/>
          </a:xfrm>
          <a:prstGeom prst="roundRect">
            <a:avLst/>
          </a:prstGeom>
          <a:solidFill>
            <a:srgbClr val="C8C8C2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es-CL"/>
          </a:p>
        </p:txBody>
      </p:sp>
      <p:sp>
        <p:nvSpPr>
          <p:cNvPr id="157" name="S158"/>
          <p:cNvSpPr/>
          <p:nvPr/>
        </p:nvSpPr>
        <p:spPr>
          <a:xfrm>
            <a:off x="12827000" y="7416800"/>
            <a:ext cx="1587500" cy="355600"/>
          </a:xfrm>
          <a:prstGeom prst="roundRect">
            <a:avLst/>
          </a:prstGeom>
          <a:solidFill>
            <a:srgbClr val="E6E6E1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spcAft>
                <a:spcPts val="0"/>
              </a:spcAft>
              <a:buNone/>
            </a:pPr>
            <a:r>
              <a:rPr lang="es-CL" sz="1400" b="1" dirty="0">
                <a:solidFill>
                  <a:srgbClr val="3D3F42"/>
                </a:solidFill>
                <a:latin typeface="TT Interphases"/>
              </a:rPr>
              <a:t>Pendiente</a:t>
            </a:r>
          </a:p>
        </p:txBody>
      </p:sp>
      <p:sp>
        <p:nvSpPr>
          <p:cNvPr id="158" name="S159"/>
          <p:cNvSpPr/>
          <p:nvPr/>
        </p:nvSpPr>
        <p:spPr>
          <a:xfrm>
            <a:off x="762000" y="7862111"/>
            <a:ext cx="13716000" cy="9525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es-CL"/>
          </a:p>
        </p:txBody>
      </p:sp>
      <p:sp>
        <p:nvSpPr>
          <p:cNvPr id="159" name="S160"/>
          <p:cNvSpPr/>
          <p:nvPr/>
        </p:nvSpPr>
        <p:spPr>
          <a:xfrm>
            <a:off x="8269817" y="3327400"/>
            <a:ext cx="25400" cy="4546600"/>
          </a:xfrm>
          <a:prstGeom prst="rect">
            <a:avLst/>
          </a:prstGeom>
          <a:solidFill>
            <a:srgbClr val="FF681D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426840263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E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1" name="Deco image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89000" y="-1905000"/>
            <a:ext cx="2540000" cy="2438400"/>
          </a:xfrm>
          <a:prstGeom prst="rect">
            <a:avLst/>
          </a:prstGeom>
        </p:spPr>
      </p:pic>
      <p:sp>
        <p:nvSpPr>
          <p:cNvPr id="100" name="S101"/>
          <p:cNvSpPr/>
          <p:nvPr/>
        </p:nvSpPr>
        <p:spPr>
          <a:xfrm>
            <a:off x="762000" y="508000"/>
            <a:ext cx="1270000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0"/>
              </a:spcAft>
              <a:buNone/>
            </a:pPr>
            <a:r>
              <a:rPr lang="es-CL" sz="1600" b="1" dirty="0">
                <a:solidFill>
                  <a:srgbClr val="FF681D"/>
                </a:solidFill>
                <a:latin typeface="TT Interphases"/>
              </a:rPr>
              <a:t>03 · ASPECTOS TÉCNICOS Y METODOLÓGICOS</a:t>
            </a:r>
          </a:p>
        </p:txBody>
      </p:sp>
      <p:sp>
        <p:nvSpPr>
          <p:cNvPr id="101" name="S102"/>
          <p:cNvSpPr/>
          <p:nvPr/>
        </p:nvSpPr>
        <p:spPr>
          <a:xfrm>
            <a:off x="762000" y="914400"/>
            <a:ext cx="13716000" cy="1397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0"/>
              </a:spcAft>
              <a:buNone/>
            </a:pPr>
            <a:r>
              <a:rPr lang="es-CL" sz="3000" b="1" dirty="0">
                <a:solidFill>
                  <a:srgbClr val="FF681D"/>
                </a:solidFill>
                <a:latin typeface="Cy Grotesk V3 Wide Bold"/>
              </a:rPr>
              <a:t>Una arquitectura por capas y ciclos semanales de Scrum permiten construir y probar cada módulo por separado</a:t>
            </a:r>
          </a:p>
        </p:txBody>
      </p:sp>
      <p:sp>
        <p:nvSpPr>
          <p:cNvPr id="102" name="S103"/>
          <p:cNvSpPr/>
          <p:nvPr/>
        </p:nvSpPr>
        <p:spPr>
          <a:xfrm>
            <a:off x="762000" y="2540000"/>
            <a:ext cx="711200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0"/>
              </a:spcAft>
              <a:buNone/>
            </a:pPr>
            <a:r>
              <a:rPr lang="es-CL" sz="2000" b="1" dirty="0">
                <a:solidFill>
                  <a:srgbClr val="838FC6"/>
                </a:solidFill>
                <a:latin typeface="Cy Grotesk V3 Wide Bold"/>
              </a:rPr>
              <a:t>Arquitectura de la solución</a:t>
            </a:r>
          </a:p>
        </p:txBody>
      </p:sp>
      <p:sp>
        <p:nvSpPr>
          <p:cNvPr id="103" name="S104"/>
          <p:cNvSpPr/>
          <p:nvPr/>
        </p:nvSpPr>
        <p:spPr>
          <a:xfrm>
            <a:off x="762000" y="3048000"/>
            <a:ext cx="4953000" cy="1270000"/>
          </a:xfrm>
          <a:prstGeom prst="roundRect">
            <a:avLst/>
          </a:prstGeom>
          <a:solidFill>
            <a:srgbClr val="CDD5FA"/>
          </a:solidFill>
          <a:ln>
            <a:noFill/>
          </a:ln>
        </p:spPr>
        <p:txBody>
          <a:bodyPr wrap="square" lIns="203200" tIns="101600" rIns="203200" bIns="101600" anchor="ctr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lang="es-CL" sz="1800" b="1" dirty="0">
                <a:solidFill>
                  <a:srgbClr val="171819"/>
                </a:solidFill>
                <a:latin typeface="Cy Grotesk V3 Wide Bold"/>
              </a:rPr>
              <a:t>Interfaz web responsive</a:t>
            </a:r>
          </a:p>
          <a:p>
            <a:pPr algn="l">
              <a:spcAft>
                <a:spcPts val="0"/>
              </a:spcAft>
              <a:buNone/>
            </a:pPr>
            <a:r>
              <a:rPr lang="es-CL" sz="1600" b="0" dirty="0">
                <a:solidFill>
                  <a:srgbClr val="3D3F42"/>
                </a:solidFill>
                <a:latin typeface="TT Interphases"/>
              </a:rPr>
              <a:t>Formularios, paneles por rol y vistas para computador y celular</a:t>
            </a:r>
          </a:p>
        </p:txBody>
      </p:sp>
      <p:sp>
        <p:nvSpPr>
          <p:cNvPr id="104" name="S105"/>
          <p:cNvSpPr/>
          <p:nvPr/>
        </p:nvSpPr>
        <p:spPr>
          <a:xfrm>
            <a:off x="3111500" y="4356100"/>
            <a:ext cx="254000" cy="279400"/>
          </a:xfrm>
          <a:prstGeom prst="downArrow">
            <a:avLst/>
          </a:prstGeom>
          <a:solidFill>
            <a:srgbClr val="171819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es-CL"/>
          </a:p>
        </p:txBody>
      </p:sp>
      <p:sp>
        <p:nvSpPr>
          <p:cNvPr id="105" name="S106"/>
          <p:cNvSpPr/>
          <p:nvPr/>
        </p:nvSpPr>
        <p:spPr>
          <a:xfrm>
            <a:off x="762000" y="4673600"/>
            <a:ext cx="4953000" cy="1270000"/>
          </a:xfrm>
          <a:prstGeom prst="roundRect">
            <a:avLst/>
          </a:prstGeom>
          <a:solidFill>
            <a:srgbClr val="FFE1D1"/>
          </a:solidFill>
          <a:ln>
            <a:noFill/>
          </a:ln>
        </p:spPr>
        <p:txBody>
          <a:bodyPr wrap="square" lIns="203200" tIns="101600" rIns="203200" bIns="101600" anchor="ctr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lang="es-CL" sz="1800" b="1" dirty="0">
                <a:solidFill>
                  <a:srgbClr val="171819"/>
                </a:solidFill>
                <a:latin typeface="Cy Grotesk V3 Wide Bold"/>
              </a:rPr>
              <a:t>Backend / API</a:t>
            </a:r>
          </a:p>
          <a:p>
            <a:pPr algn="l">
              <a:spcAft>
                <a:spcPts val="0"/>
              </a:spcAft>
              <a:buNone/>
            </a:pPr>
            <a:r>
              <a:rPr lang="es-CL" sz="1600" b="0" dirty="0">
                <a:solidFill>
                  <a:srgbClr val="3D3F42"/>
                </a:solidFill>
                <a:latin typeface="TT Interphases"/>
              </a:rPr>
              <a:t>Registro, autenticación, permisos por rol y validaciones en el servidor</a:t>
            </a:r>
          </a:p>
        </p:txBody>
      </p:sp>
      <p:sp>
        <p:nvSpPr>
          <p:cNvPr id="106" name="S107"/>
          <p:cNvSpPr/>
          <p:nvPr/>
        </p:nvSpPr>
        <p:spPr>
          <a:xfrm>
            <a:off x="3111500" y="5981700"/>
            <a:ext cx="254000" cy="279400"/>
          </a:xfrm>
          <a:prstGeom prst="downArrow">
            <a:avLst/>
          </a:prstGeom>
          <a:solidFill>
            <a:srgbClr val="171819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es-CL"/>
          </a:p>
        </p:txBody>
      </p:sp>
      <p:sp>
        <p:nvSpPr>
          <p:cNvPr id="107" name="S108"/>
          <p:cNvSpPr/>
          <p:nvPr/>
        </p:nvSpPr>
        <p:spPr>
          <a:xfrm>
            <a:off x="762000" y="6299200"/>
            <a:ext cx="4953000" cy="1270000"/>
          </a:xfrm>
          <a:prstGeom prst="roundRect">
            <a:avLst/>
          </a:prstGeom>
          <a:solidFill>
            <a:srgbClr val="D8E6E3"/>
          </a:solidFill>
          <a:ln>
            <a:noFill/>
          </a:ln>
        </p:spPr>
        <p:txBody>
          <a:bodyPr wrap="square" lIns="203200" tIns="101600" rIns="203200" bIns="101600" anchor="ctr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lang="es-CL" sz="1800" b="1" dirty="0">
                <a:solidFill>
                  <a:srgbClr val="171819"/>
                </a:solidFill>
                <a:latin typeface="Cy Grotesk V3 Wide Bold"/>
              </a:rPr>
              <a:t>Base de datos</a:t>
            </a:r>
          </a:p>
          <a:p>
            <a:pPr algn="l">
              <a:spcAft>
                <a:spcPts val="0"/>
              </a:spcAft>
              <a:buNone/>
            </a:pPr>
            <a:r>
              <a:rPr lang="es-CL" sz="1600" b="0" dirty="0">
                <a:solidFill>
                  <a:srgbClr val="3D3F42"/>
                </a:solidFill>
                <a:latin typeface="TT Interphases"/>
              </a:rPr>
              <a:t>Usuarios, perfiles, vehículos, documentos, cotizaciones, contratos y cupos</a:t>
            </a:r>
          </a:p>
        </p:txBody>
      </p:sp>
      <p:sp>
        <p:nvSpPr>
          <p:cNvPr id="108" name="S109"/>
          <p:cNvSpPr/>
          <p:nvPr/>
        </p:nvSpPr>
        <p:spPr>
          <a:xfrm>
            <a:off x="6172200" y="4673600"/>
            <a:ext cx="2032000" cy="1270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F681D"/>
            </a:solidFill>
          </a:ln>
        </p:spPr>
        <p:txBody>
          <a:bodyPr wrap="square" lIns="101600" tIns="50800" rIns="101600" bIns="50800" anchor="ctr">
            <a:noAutofit/>
          </a:bodyPr>
          <a:lstStyle/>
          <a:p>
            <a:pPr algn="ctr">
              <a:spcAft>
                <a:spcPts val="200"/>
              </a:spcAft>
              <a:buNone/>
            </a:pPr>
            <a:r>
              <a:rPr lang="es-CL" sz="1400" b="1" dirty="0">
                <a:solidFill>
                  <a:srgbClr val="FF681D"/>
                </a:solidFill>
                <a:latin typeface="TT Interphases"/>
              </a:rPr>
              <a:t>Google Maps API (por integrar)</a:t>
            </a:r>
          </a:p>
          <a:p>
            <a:pPr algn="ctr">
              <a:spcAft>
                <a:spcPts val="0"/>
              </a:spcAft>
              <a:buNone/>
            </a:pPr>
            <a:r>
              <a:rPr lang="es-CL" sz="1400" b="0" dirty="0">
                <a:solidFill>
                  <a:srgbClr val="3D3F42"/>
                </a:solidFill>
                <a:latin typeface="TT Interphases"/>
              </a:rPr>
              <a:t>área de trabajo del furgonista</a:t>
            </a:r>
          </a:p>
        </p:txBody>
      </p:sp>
      <p:sp>
        <p:nvSpPr>
          <p:cNvPr id="109" name="S110"/>
          <p:cNvSpPr/>
          <p:nvPr/>
        </p:nvSpPr>
        <p:spPr>
          <a:xfrm>
            <a:off x="5816600" y="5181600"/>
            <a:ext cx="279400" cy="254000"/>
          </a:xfrm>
          <a:prstGeom prst="leftArrow">
            <a:avLst/>
          </a:prstGeom>
          <a:solidFill>
            <a:srgbClr val="FF681D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es-CL"/>
          </a:p>
        </p:txBody>
      </p:sp>
      <p:sp>
        <p:nvSpPr>
          <p:cNvPr id="110" name="S111"/>
          <p:cNvSpPr/>
          <p:nvPr/>
        </p:nvSpPr>
        <p:spPr>
          <a:xfrm>
            <a:off x="8509000" y="2540000"/>
            <a:ext cx="596900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0"/>
              </a:spcAft>
              <a:buNone/>
            </a:pPr>
            <a:r>
              <a:rPr lang="es-CL" sz="2000" b="1" dirty="0">
                <a:solidFill>
                  <a:srgbClr val="838FC6"/>
                </a:solidFill>
                <a:latin typeface="Cy Grotesk V3 Wide Bold"/>
              </a:rPr>
              <a:t>Metodología: Scrum adaptado a dos integrantes</a:t>
            </a:r>
          </a:p>
        </p:txBody>
      </p:sp>
      <p:sp>
        <p:nvSpPr>
          <p:cNvPr id="111" name="S112"/>
          <p:cNvSpPr/>
          <p:nvPr/>
        </p:nvSpPr>
        <p:spPr>
          <a:xfrm>
            <a:off x="8509000" y="3098800"/>
            <a:ext cx="584200" cy="584200"/>
          </a:xfrm>
          <a:prstGeom prst="ellipse">
            <a:avLst/>
          </a:prstGeom>
          <a:solidFill>
            <a:srgbClr val="FF681D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spcAft>
                <a:spcPts val="0"/>
              </a:spcAft>
              <a:buNone/>
            </a:pPr>
            <a:r>
              <a:rPr lang="es-CL" sz="1800" b="1" dirty="0">
                <a:solidFill>
                  <a:srgbClr val="FFFFFF"/>
                </a:solidFill>
                <a:latin typeface="Cy Grotesk V3 Wide Bold"/>
              </a:rPr>
              <a:t>1</a:t>
            </a:r>
          </a:p>
        </p:txBody>
      </p:sp>
      <p:sp>
        <p:nvSpPr>
          <p:cNvPr id="112" name="S113"/>
          <p:cNvSpPr/>
          <p:nvPr/>
        </p:nvSpPr>
        <p:spPr>
          <a:xfrm>
            <a:off x="9271000" y="3073400"/>
            <a:ext cx="5207000" cy="889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200"/>
              </a:spcAft>
              <a:buNone/>
            </a:pPr>
            <a:r>
              <a:rPr lang="es-CL" sz="1700" b="1" dirty="0">
                <a:solidFill>
                  <a:srgbClr val="171819"/>
                </a:solidFill>
                <a:latin typeface="TT Interphases"/>
              </a:rPr>
              <a:t>Planificación semanal</a:t>
            </a:r>
          </a:p>
          <a:p>
            <a:pPr algn="l">
              <a:spcAft>
                <a:spcPts val="0"/>
              </a:spcAft>
              <a:buNone/>
            </a:pPr>
            <a:r>
              <a:rPr lang="es-CL" sz="1600" b="0" dirty="0">
                <a:solidFill>
                  <a:srgbClr val="3D3F42"/>
                </a:solidFill>
                <a:latin typeface="TT Interphases"/>
              </a:rPr>
              <a:t>Se definen las tareas de la semana y se revisan atrasos</a:t>
            </a:r>
          </a:p>
        </p:txBody>
      </p:sp>
      <p:sp>
        <p:nvSpPr>
          <p:cNvPr id="113" name="S114"/>
          <p:cNvSpPr/>
          <p:nvPr/>
        </p:nvSpPr>
        <p:spPr>
          <a:xfrm>
            <a:off x="8509000" y="4064000"/>
            <a:ext cx="584200" cy="584200"/>
          </a:xfrm>
          <a:prstGeom prst="ellipse">
            <a:avLst/>
          </a:prstGeom>
          <a:solidFill>
            <a:srgbClr val="FF681D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spcAft>
                <a:spcPts val="0"/>
              </a:spcAft>
              <a:buNone/>
            </a:pPr>
            <a:r>
              <a:rPr lang="es-CL" sz="1800" b="1" dirty="0">
                <a:solidFill>
                  <a:srgbClr val="FFFFFF"/>
                </a:solidFill>
                <a:latin typeface="Cy Grotesk V3 Wide Bold"/>
              </a:rPr>
              <a:t>2</a:t>
            </a:r>
          </a:p>
        </p:txBody>
      </p:sp>
      <p:sp>
        <p:nvSpPr>
          <p:cNvPr id="114" name="S115"/>
          <p:cNvSpPr/>
          <p:nvPr/>
        </p:nvSpPr>
        <p:spPr>
          <a:xfrm>
            <a:off x="9271000" y="4038600"/>
            <a:ext cx="5207000" cy="889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200"/>
              </a:spcAft>
              <a:buNone/>
            </a:pPr>
            <a:r>
              <a:rPr lang="es-CL" sz="1700" b="1" dirty="0">
                <a:solidFill>
                  <a:srgbClr val="171819"/>
                </a:solidFill>
                <a:latin typeface="TT Interphases"/>
              </a:rPr>
              <a:t>Desarrollo por módulos</a:t>
            </a:r>
          </a:p>
          <a:p>
            <a:pPr algn="l">
              <a:spcAft>
                <a:spcPts val="0"/>
              </a:spcAft>
              <a:buNone/>
            </a:pPr>
            <a:r>
              <a:rPr lang="es-CL" sz="1600" b="0" dirty="0">
                <a:solidFill>
                  <a:srgbClr val="3D3F42"/>
                </a:solidFill>
                <a:latin typeface="TT Interphases"/>
              </a:rPr>
              <a:t>Acceso, perfiles, servicios, cupos y mapas en ese orden</a:t>
            </a:r>
          </a:p>
        </p:txBody>
      </p:sp>
      <p:sp>
        <p:nvSpPr>
          <p:cNvPr id="115" name="S116"/>
          <p:cNvSpPr/>
          <p:nvPr/>
        </p:nvSpPr>
        <p:spPr>
          <a:xfrm>
            <a:off x="8509000" y="5029200"/>
            <a:ext cx="584200" cy="584200"/>
          </a:xfrm>
          <a:prstGeom prst="ellipse">
            <a:avLst/>
          </a:prstGeom>
          <a:solidFill>
            <a:srgbClr val="FF681D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spcAft>
                <a:spcPts val="0"/>
              </a:spcAft>
              <a:buNone/>
            </a:pPr>
            <a:r>
              <a:rPr lang="es-CL" sz="1800" b="1" dirty="0">
                <a:solidFill>
                  <a:srgbClr val="FFFFFF"/>
                </a:solidFill>
                <a:latin typeface="Cy Grotesk V3 Wide Bold"/>
              </a:rPr>
              <a:t>3</a:t>
            </a:r>
          </a:p>
        </p:txBody>
      </p:sp>
      <p:sp>
        <p:nvSpPr>
          <p:cNvPr id="116" name="S117"/>
          <p:cNvSpPr/>
          <p:nvPr/>
        </p:nvSpPr>
        <p:spPr>
          <a:xfrm>
            <a:off x="9271000" y="5003800"/>
            <a:ext cx="5207000" cy="889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200"/>
              </a:spcAft>
              <a:buNone/>
            </a:pPr>
            <a:r>
              <a:rPr lang="es-CL" sz="1700" b="1" dirty="0">
                <a:solidFill>
                  <a:srgbClr val="171819"/>
                </a:solidFill>
                <a:latin typeface="TT Interphases"/>
              </a:rPr>
              <a:t>Prueba antes de integrar</a:t>
            </a:r>
          </a:p>
          <a:p>
            <a:pPr algn="l">
              <a:spcAft>
                <a:spcPts val="0"/>
              </a:spcAft>
              <a:buNone/>
            </a:pPr>
            <a:r>
              <a:rPr lang="es-CL" sz="1600" b="0" dirty="0">
                <a:solidFill>
                  <a:srgbClr val="3D3F42"/>
                </a:solidFill>
                <a:latin typeface="TT Interphases"/>
              </a:rPr>
              <a:t>Cada módulo se valida antes de unirse al resto</a:t>
            </a:r>
          </a:p>
        </p:txBody>
      </p:sp>
      <p:sp>
        <p:nvSpPr>
          <p:cNvPr id="117" name="S118"/>
          <p:cNvSpPr/>
          <p:nvPr/>
        </p:nvSpPr>
        <p:spPr>
          <a:xfrm>
            <a:off x="8509000" y="5994400"/>
            <a:ext cx="584200" cy="584200"/>
          </a:xfrm>
          <a:prstGeom prst="ellipse">
            <a:avLst/>
          </a:prstGeom>
          <a:solidFill>
            <a:srgbClr val="FF681D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spcAft>
                <a:spcPts val="0"/>
              </a:spcAft>
              <a:buNone/>
            </a:pPr>
            <a:r>
              <a:rPr lang="es-CL" sz="1800" b="1" dirty="0">
                <a:solidFill>
                  <a:srgbClr val="FFFFFF"/>
                </a:solidFill>
                <a:latin typeface="Cy Grotesk V3 Wide Bold"/>
              </a:rPr>
              <a:t>4</a:t>
            </a:r>
          </a:p>
        </p:txBody>
      </p:sp>
      <p:sp>
        <p:nvSpPr>
          <p:cNvPr id="118" name="S119"/>
          <p:cNvSpPr/>
          <p:nvPr/>
        </p:nvSpPr>
        <p:spPr>
          <a:xfrm>
            <a:off x="9271000" y="5969000"/>
            <a:ext cx="5207000" cy="889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200"/>
              </a:spcAft>
              <a:buNone/>
            </a:pPr>
            <a:r>
              <a:rPr lang="es-CL" sz="1700" b="1" dirty="0">
                <a:solidFill>
                  <a:srgbClr val="171819"/>
                </a:solidFill>
                <a:latin typeface="TT Interphases"/>
              </a:rPr>
              <a:t>Control de versiones con Git</a:t>
            </a:r>
          </a:p>
          <a:p>
            <a:pPr algn="l">
              <a:spcAft>
                <a:spcPts val="0"/>
              </a:spcAft>
              <a:buNone/>
            </a:pPr>
            <a:r>
              <a:rPr lang="es-CL" sz="1600" b="0" dirty="0">
                <a:solidFill>
                  <a:srgbClr val="3D3F42"/>
                </a:solidFill>
                <a:latin typeface="TT Interphases"/>
              </a:rPr>
              <a:t>Una versión común y trazabilidad de cambios</a:t>
            </a:r>
          </a:p>
        </p:txBody>
      </p:sp>
      <p:sp>
        <p:nvSpPr>
          <p:cNvPr id="119" name="S120"/>
          <p:cNvSpPr/>
          <p:nvPr/>
        </p:nvSpPr>
        <p:spPr>
          <a:xfrm>
            <a:off x="8509000" y="6959600"/>
            <a:ext cx="584200" cy="584200"/>
          </a:xfrm>
          <a:prstGeom prst="ellipse">
            <a:avLst/>
          </a:prstGeom>
          <a:solidFill>
            <a:srgbClr val="FF681D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spcAft>
                <a:spcPts val="0"/>
              </a:spcAft>
              <a:buNone/>
            </a:pPr>
            <a:r>
              <a:rPr lang="es-CL" sz="1800" b="1" dirty="0">
                <a:solidFill>
                  <a:srgbClr val="FFFFFF"/>
                </a:solidFill>
                <a:latin typeface="Cy Grotesk V3 Wide Bold"/>
              </a:rPr>
              <a:t>5</a:t>
            </a:r>
          </a:p>
        </p:txBody>
      </p:sp>
      <p:sp>
        <p:nvSpPr>
          <p:cNvPr id="120" name="S121"/>
          <p:cNvSpPr/>
          <p:nvPr/>
        </p:nvSpPr>
        <p:spPr>
          <a:xfrm>
            <a:off x="9271000" y="6934200"/>
            <a:ext cx="5207000" cy="889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200"/>
              </a:spcAft>
              <a:buNone/>
            </a:pPr>
            <a:r>
              <a:rPr lang="es-CL" sz="1700" b="1" dirty="0">
                <a:solidFill>
                  <a:srgbClr val="171819"/>
                </a:solidFill>
                <a:latin typeface="TT Interphases"/>
              </a:rPr>
              <a:t>Datos ficticios</a:t>
            </a:r>
          </a:p>
          <a:p>
            <a:pPr algn="l">
              <a:spcAft>
                <a:spcPts val="0"/>
              </a:spcAft>
              <a:buNone/>
            </a:pPr>
            <a:r>
              <a:rPr lang="es-CL" sz="1600" b="0" dirty="0">
                <a:solidFill>
                  <a:srgbClr val="3D3F42"/>
                </a:solidFill>
                <a:latin typeface="TT Interphases"/>
              </a:rPr>
              <a:t>Cuentas, documentos y contratos de prueba</a:t>
            </a:r>
          </a:p>
        </p:txBody>
      </p:sp>
    </p:spTree>
    <p:extLst>
      <p:ext uri="{BB962C8B-B14F-4D97-AF65-F5344CB8AC3E}">
        <p14:creationId xmlns:p14="http://schemas.microsoft.com/office/powerpoint/2010/main" val="252286248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DD5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1" name="Deco image2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11000" y="-1778000"/>
            <a:ext cx="4318000" cy="4140200"/>
          </a:xfrm>
          <a:prstGeom prst="rect">
            <a:avLst/>
          </a:prstGeom>
        </p:spPr>
      </p:pic>
      <p:pic>
        <p:nvPicPr>
          <p:cNvPr id="902" name="Deco image3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143000" y="6350000"/>
            <a:ext cx="2921000" cy="2806700"/>
          </a:xfrm>
          <a:prstGeom prst="rect">
            <a:avLst/>
          </a:prstGeom>
        </p:spPr>
      </p:pic>
      <p:pic>
        <p:nvPicPr>
          <p:cNvPr id="903" name="Deco image1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79000" y="6604000"/>
            <a:ext cx="5080000" cy="2717800"/>
          </a:xfrm>
          <a:prstGeom prst="rect">
            <a:avLst/>
          </a:prstGeom>
        </p:spPr>
      </p:pic>
      <p:sp>
        <p:nvSpPr>
          <p:cNvPr id="102" name="S103"/>
          <p:cNvSpPr/>
          <p:nvPr/>
        </p:nvSpPr>
        <p:spPr>
          <a:xfrm>
            <a:off x="1143000" y="2794000"/>
            <a:ext cx="11430000" cy="50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0"/>
              </a:spcAft>
              <a:buNone/>
            </a:pPr>
            <a:r>
              <a:rPr lang="es-CL" sz="2800" b="1" dirty="0">
                <a:solidFill>
                  <a:srgbClr val="FF681D"/>
                </a:solidFill>
                <a:latin typeface="Cy Grotesk V3 Wide Bold"/>
              </a:rPr>
              <a:t>04</a:t>
            </a:r>
          </a:p>
        </p:txBody>
      </p:sp>
      <p:sp>
        <p:nvSpPr>
          <p:cNvPr id="103" name="S104"/>
          <p:cNvSpPr/>
          <p:nvPr/>
        </p:nvSpPr>
        <p:spPr>
          <a:xfrm>
            <a:off x="1143000" y="3429000"/>
            <a:ext cx="11430000" cy="114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0"/>
              </a:spcAft>
              <a:buNone/>
            </a:pPr>
            <a:r>
              <a:rPr lang="es-CL" sz="5000" b="1" dirty="0">
                <a:solidFill>
                  <a:srgbClr val="FF681D"/>
                </a:solidFill>
                <a:latin typeface="Cy Grotesk V3 Wide Bold"/>
              </a:rPr>
              <a:t>Evidencias del prototipo</a:t>
            </a:r>
          </a:p>
        </p:txBody>
      </p:sp>
      <p:sp>
        <p:nvSpPr>
          <p:cNvPr id="104" name="S105"/>
          <p:cNvSpPr/>
          <p:nvPr/>
        </p:nvSpPr>
        <p:spPr>
          <a:xfrm>
            <a:off x="1143000" y="4699000"/>
            <a:ext cx="11430000" cy="50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0"/>
              </a:spcAft>
              <a:buNone/>
            </a:pPr>
            <a:r>
              <a:rPr lang="es-CL" sz="2000" b="0" dirty="0">
                <a:solidFill>
                  <a:srgbClr val="3D3F42"/>
                </a:solidFill>
                <a:latin typeface="TT Interphases"/>
              </a:rPr>
              <a:t>Funciones principales por rol: acceso, furgonista, apoderado, colegio y administración</a:t>
            </a:r>
          </a:p>
        </p:txBody>
      </p:sp>
      <p:pic>
        <p:nvPicPr>
          <p:cNvPr id="904" name="Deco image1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71000" y="4826000"/>
            <a:ext cx="5588000" cy="3670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243572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EF8"/>
        </a:solidFill>
        <a:effectLst/>
      </p:bgPr>
    </p:bg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1" name="Deco image3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6096000"/>
            <a:ext cx="2540000" cy="1244600"/>
          </a:xfrm>
          <a:prstGeom prst="rect">
            <a:avLst/>
          </a:prstGeom>
        </p:spPr>
      </p:pic>
      <p:pic>
        <p:nvPicPr>
          <p:cNvPr id="902" name="Deco image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889000" y="-508000"/>
            <a:ext cx="2540000" cy="1143000"/>
          </a:xfrm>
          <a:prstGeom prst="rect">
            <a:avLst/>
          </a:prstGeom>
        </p:spPr>
      </p:pic>
      <p:sp>
        <p:nvSpPr>
          <p:cNvPr id="200" name="S201"/>
          <p:cNvSpPr/>
          <p:nvPr/>
        </p:nvSpPr>
        <p:spPr>
          <a:xfrm>
            <a:off x="5715000" y="635000"/>
            <a:ext cx="8763000" cy="7302500"/>
          </a:xfrm>
          <a:prstGeom prst="roundRect">
            <a:avLst>
              <a:gd name="adj" fmla="val 4000"/>
            </a:avLst>
          </a:prstGeom>
          <a:solidFill>
            <a:srgbClr val="CDD5FA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es-CL"/>
          </a:p>
        </p:txBody>
      </p:sp>
      <p:sp>
        <p:nvSpPr>
          <p:cNvPr id="201" name="S202"/>
          <p:cNvSpPr/>
          <p:nvPr/>
        </p:nvSpPr>
        <p:spPr>
          <a:xfrm>
            <a:off x="762000" y="762000"/>
            <a:ext cx="457200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0"/>
              </a:spcAft>
              <a:buNone/>
            </a:pPr>
            <a:r>
              <a:rPr lang="es-CL" sz="1500" b="1" dirty="0">
                <a:solidFill>
                  <a:srgbClr val="FF681D"/>
                </a:solidFill>
                <a:latin typeface="TT Interphases"/>
              </a:rPr>
              <a:t>ACCESO Y REGISTRO</a:t>
            </a:r>
          </a:p>
        </p:txBody>
      </p:sp>
      <p:sp>
        <p:nvSpPr>
          <p:cNvPr id="202" name="S203"/>
          <p:cNvSpPr/>
          <p:nvPr/>
        </p:nvSpPr>
        <p:spPr>
          <a:xfrm>
            <a:off x="762000" y="1270000"/>
            <a:ext cx="4699000" cy="86177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  <a:buNone/>
            </a:pPr>
            <a:r>
              <a:rPr lang="es-CL" sz="2400" b="1" dirty="0">
                <a:solidFill>
                  <a:srgbClr val="FF681D"/>
                </a:solidFill>
                <a:latin typeface="Cy Grotesk V3 Wide Bold"/>
              </a:rPr>
              <a:t>Cada usuario ingresa con su cuenta y llega al panel de su rol</a:t>
            </a:r>
          </a:p>
        </p:txBody>
      </p:sp>
      <p:sp>
        <p:nvSpPr>
          <p:cNvPr id="203" name="S204"/>
          <p:cNvSpPr/>
          <p:nvPr/>
        </p:nvSpPr>
        <p:spPr>
          <a:xfrm>
            <a:off x="762000" y="2374900"/>
            <a:ext cx="762000" cy="50800"/>
          </a:xfrm>
          <a:prstGeom prst="rect">
            <a:avLst/>
          </a:prstGeom>
          <a:solidFill>
            <a:srgbClr val="FF681D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es-CL"/>
          </a:p>
        </p:txBody>
      </p:sp>
      <p:sp>
        <p:nvSpPr>
          <p:cNvPr id="204" name="S205"/>
          <p:cNvSpPr/>
          <p:nvPr/>
        </p:nvSpPr>
        <p:spPr>
          <a:xfrm>
            <a:off x="762000" y="2679700"/>
            <a:ext cx="4572000" cy="254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0"/>
              </a:spcAft>
              <a:buNone/>
            </a:pPr>
            <a:r>
              <a:rPr lang="es-CL" sz="1800" b="0" dirty="0">
                <a:solidFill>
                  <a:srgbClr val="3D3F42"/>
                </a:solidFill>
                <a:latin typeface="TT Interphases"/>
              </a:rPr>
              <a:t>Un único inicio de sesión para apoderados, furgonistas, colegios y administración.</a:t>
            </a:r>
          </a:p>
        </p:txBody>
      </p:sp>
      <p:pic>
        <p:nvPicPr>
          <p:cNvPr id="54" name="Google Shape;54;p4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58026" y="863600"/>
            <a:ext cx="7476948" cy="6845300"/>
          </a:xfrm>
          <a:prstGeom prst="rect">
            <a:avLst/>
          </a:prstGeom>
          <a:noFill/>
          <a:ln w="9525">
            <a:solidFill>
              <a:srgbClr val="B8C2EE"/>
            </a:solidFill>
          </a:ln>
        </p:spPr>
      </p:pic>
    </p:spTree>
    <p:extLst>
      <p:ext uri="{BB962C8B-B14F-4D97-AF65-F5344CB8AC3E}">
        <p14:creationId xmlns:p14="http://schemas.microsoft.com/office/powerpoint/2010/main" val="58005487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EF8"/>
        </a:solidFill>
        <a:effectLst/>
      </p:bgPr>
    </p:bg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1" name="Deco image3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6096000"/>
            <a:ext cx="2540000" cy="1244600"/>
          </a:xfrm>
          <a:prstGeom prst="rect">
            <a:avLst/>
          </a:prstGeom>
        </p:spPr>
      </p:pic>
      <p:pic>
        <p:nvPicPr>
          <p:cNvPr id="902" name="Deco image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889000" y="-508000"/>
            <a:ext cx="2540000" cy="1143000"/>
          </a:xfrm>
          <a:prstGeom prst="rect">
            <a:avLst/>
          </a:prstGeom>
        </p:spPr>
      </p:pic>
      <p:sp>
        <p:nvSpPr>
          <p:cNvPr id="200" name="S201"/>
          <p:cNvSpPr/>
          <p:nvPr/>
        </p:nvSpPr>
        <p:spPr>
          <a:xfrm>
            <a:off x="5715000" y="635000"/>
            <a:ext cx="8763000" cy="7302500"/>
          </a:xfrm>
          <a:prstGeom prst="roundRect">
            <a:avLst>
              <a:gd name="adj" fmla="val 4000"/>
            </a:avLst>
          </a:prstGeom>
          <a:solidFill>
            <a:srgbClr val="CDD5FA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es-CL"/>
          </a:p>
        </p:txBody>
      </p:sp>
      <p:sp>
        <p:nvSpPr>
          <p:cNvPr id="201" name="S202"/>
          <p:cNvSpPr/>
          <p:nvPr/>
        </p:nvSpPr>
        <p:spPr>
          <a:xfrm>
            <a:off x="762000" y="762000"/>
            <a:ext cx="457200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0"/>
              </a:spcAft>
              <a:buNone/>
            </a:pPr>
            <a:r>
              <a:rPr lang="es-CL" sz="1500" b="1" dirty="0">
                <a:solidFill>
                  <a:srgbClr val="FF681D"/>
                </a:solidFill>
                <a:latin typeface="TT Interphases"/>
              </a:rPr>
              <a:t>FURGONISTA</a:t>
            </a:r>
          </a:p>
        </p:txBody>
      </p:sp>
      <p:sp>
        <p:nvSpPr>
          <p:cNvPr id="202" name="S203"/>
          <p:cNvSpPr/>
          <p:nvPr/>
        </p:nvSpPr>
        <p:spPr>
          <a:xfrm>
            <a:off x="762000" y="1270000"/>
            <a:ext cx="4699000" cy="129266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  <a:buNone/>
            </a:pPr>
            <a:r>
              <a:rPr lang="es-CL" sz="2400" b="1" dirty="0">
                <a:solidFill>
                  <a:srgbClr val="FF681D"/>
                </a:solidFill>
                <a:latin typeface="Cy Grotesk V3 Wide Bold"/>
              </a:rPr>
              <a:t>El furgonista gestiona perfil, vehículo, cobertura y solicitudes desde un solo panel</a:t>
            </a:r>
          </a:p>
        </p:txBody>
      </p:sp>
      <p:sp>
        <p:nvSpPr>
          <p:cNvPr id="203" name="S204"/>
          <p:cNvSpPr/>
          <p:nvPr/>
        </p:nvSpPr>
        <p:spPr>
          <a:xfrm>
            <a:off x="762000" y="2806700"/>
            <a:ext cx="762000" cy="50800"/>
          </a:xfrm>
          <a:prstGeom prst="rect">
            <a:avLst/>
          </a:prstGeom>
          <a:solidFill>
            <a:srgbClr val="FF681D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es-CL"/>
          </a:p>
        </p:txBody>
      </p:sp>
      <p:sp>
        <p:nvSpPr>
          <p:cNvPr id="204" name="S205"/>
          <p:cNvSpPr/>
          <p:nvPr/>
        </p:nvSpPr>
        <p:spPr>
          <a:xfrm>
            <a:off x="762000" y="3111500"/>
            <a:ext cx="4572000" cy="254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0"/>
              </a:spcAft>
              <a:buNone/>
            </a:pPr>
            <a:r>
              <a:rPr lang="es-CL" sz="1800" b="0" dirty="0">
                <a:solidFill>
                  <a:srgbClr val="3D3F42"/>
                </a:solidFill>
                <a:latin typeface="TT Interphases"/>
              </a:rPr>
              <a:t>Resume su actividad y da acceso a cada sección de su cuenta.</a:t>
            </a:r>
          </a:p>
        </p:txBody>
      </p:sp>
      <p:pic>
        <p:nvPicPr>
          <p:cNvPr id="172" name="Google Shape;172;p19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240495" y="863600"/>
            <a:ext cx="5712010" cy="6845300"/>
          </a:xfrm>
          <a:prstGeom prst="rect">
            <a:avLst/>
          </a:prstGeom>
          <a:noFill/>
          <a:ln w="9525">
            <a:solidFill>
              <a:srgbClr val="B8C2EE"/>
            </a:solidFill>
          </a:ln>
        </p:spPr>
      </p:pic>
    </p:spTree>
    <p:extLst>
      <p:ext uri="{BB962C8B-B14F-4D97-AF65-F5344CB8AC3E}">
        <p14:creationId xmlns:p14="http://schemas.microsoft.com/office/powerpoint/2010/main" val="330644381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EF8"/>
        </a:solidFill>
        <a:effectLst/>
      </p:bgPr>
    </p:bg>
    <p:spTree>
      <p:nvGrpSpPr>
        <p:cNvPr id="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1" name="Deco image3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6096000"/>
            <a:ext cx="2540000" cy="1244600"/>
          </a:xfrm>
          <a:prstGeom prst="rect">
            <a:avLst/>
          </a:prstGeom>
        </p:spPr>
      </p:pic>
      <p:pic>
        <p:nvPicPr>
          <p:cNvPr id="902" name="Deco image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889000" y="-508000"/>
            <a:ext cx="2540000" cy="1143000"/>
          </a:xfrm>
          <a:prstGeom prst="rect">
            <a:avLst/>
          </a:prstGeom>
        </p:spPr>
      </p:pic>
      <p:sp>
        <p:nvSpPr>
          <p:cNvPr id="200" name="S201"/>
          <p:cNvSpPr/>
          <p:nvPr/>
        </p:nvSpPr>
        <p:spPr>
          <a:xfrm>
            <a:off x="5715000" y="1714500"/>
            <a:ext cx="8763000" cy="5118100"/>
          </a:xfrm>
          <a:prstGeom prst="roundRect">
            <a:avLst>
              <a:gd name="adj" fmla="val 4000"/>
            </a:avLst>
          </a:prstGeom>
          <a:solidFill>
            <a:srgbClr val="CDD5FA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es-CL"/>
          </a:p>
        </p:txBody>
      </p:sp>
      <p:sp>
        <p:nvSpPr>
          <p:cNvPr id="201" name="S202"/>
          <p:cNvSpPr/>
          <p:nvPr/>
        </p:nvSpPr>
        <p:spPr>
          <a:xfrm>
            <a:off x="762000" y="762000"/>
            <a:ext cx="457200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0"/>
              </a:spcAft>
              <a:buNone/>
            </a:pPr>
            <a:r>
              <a:rPr lang="es-CL" sz="1500" b="1" dirty="0">
                <a:solidFill>
                  <a:srgbClr val="FF681D"/>
                </a:solidFill>
                <a:latin typeface="TT Interphases"/>
              </a:rPr>
              <a:t>APODERADO</a:t>
            </a:r>
          </a:p>
        </p:txBody>
      </p:sp>
      <p:sp>
        <p:nvSpPr>
          <p:cNvPr id="202" name="S203"/>
          <p:cNvSpPr/>
          <p:nvPr/>
        </p:nvSpPr>
        <p:spPr>
          <a:xfrm>
            <a:off x="762000" y="1270000"/>
            <a:ext cx="4699000" cy="86177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  <a:buNone/>
            </a:pPr>
            <a:r>
              <a:rPr lang="es-CL" sz="2400" b="1" dirty="0">
                <a:solidFill>
                  <a:srgbClr val="FF681D"/>
                </a:solidFill>
                <a:latin typeface="Cy Grotesk V3 Wide Bold"/>
              </a:rPr>
              <a:t>La reserva genera un contrato activo con el cupo asignado</a:t>
            </a:r>
          </a:p>
        </p:txBody>
      </p:sp>
      <p:sp>
        <p:nvSpPr>
          <p:cNvPr id="203" name="S204"/>
          <p:cNvSpPr/>
          <p:nvPr/>
        </p:nvSpPr>
        <p:spPr>
          <a:xfrm>
            <a:off x="762000" y="2374900"/>
            <a:ext cx="762000" cy="50800"/>
          </a:xfrm>
          <a:prstGeom prst="rect">
            <a:avLst/>
          </a:prstGeom>
          <a:solidFill>
            <a:srgbClr val="FF681D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es-CL"/>
          </a:p>
        </p:txBody>
      </p:sp>
      <p:sp>
        <p:nvSpPr>
          <p:cNvPr id="204" name="S205"/>
          <p:cNvSpPr/>
          <p:nvPr/>
        </p:nvSpPr>
        <p:spPr>
          <a:xfrm>
            <a:off x="762000" y="2679700"/>
            <a:ext cx="4572000" cy="254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0"/>
              </a:spcAft>
              <a:buNone/>
            </a:pPr>
            <a:r>
              <a:rPr lang="es-CL" sz="1800" b="0" dirty="0">
                <a:solidFill>
                  <a:srgbClr val="3D3F42"/>
                </a:solidFill>
                <a:latin typeface="TT Interphases"/>
              </a:rPr>
              <a:t>El apoderado consulta en su cuenta el contrato vigente y el estado de su solicitud.</a:t>
            </a:r>
          </a:p>
        </p:txBody>
      </p:sp>
      <p:pic>
        <p:nvPicPr>
          <p:cNvPr id="363" name="Google Shape;363;p43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943600" y="1943100"/>
            <a:ext cx="8305800" cy="4672012"/>
          </a:xfrm>
          <a:prstGeom prst="rect">
            <a:avLst/>
          </a:prstGeom>
          <a:noFill/>
          <a:ln w="9525">
            <a:solidFill>
              <a:srgbClr val="B8C2EE"/>
            </a:solidFill>
          </a:ln>
        </p:spPr>
      </p:pic>
    </p:spTree>
    <p:extLst>
      <p:ext uri="{BB962C8B-B14F-4D97-AF65-F5344CB8AC3E}">
        <p14:creationId xmlns:p14="http://schemas.microsoft.com/office/powerpoint/2010/main" val="11184964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EF8"/>
        </a:solidFill>
        <a:effectLst/>
      </p:bgPr>
    </p:bg>
    <p:spTree>
      <p:nvGrpSpPr>
        <p:cNvPr id="1" name="Shape 5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1" name="Deco image3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6096000"/>
            <a:ext cx="2540000" cy="1244600"/>
          </a:xfrm>
          <a:prstGeom prst="rect">
            <a:avLst/>
          </a:prstGeom>
        </p:spPr>
      </p:pic>
      <p:pic>
        <p:nvPicPr>
          <p:cNvPr id="902" name="Deco image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508000" y="-421838"/>
            <a:ext cx="2540000" cy="1143000"/>
          </a:xfrm>
          <a:prstGeom prst="rect">
            <a:avLst/>
          </a:prstGeom>
        </p:spPr>
      </p:pic>
      <p:sp>
        <p:nvSpPr>
          <p:cNvPr id="200" name="S201"/>
          <p:cNvSpPr/>
          <p:nvPr/>
        </p:nvSpPr>
        <p:spPr>
          <a:xfrm>
            <a:off x="5715000" y="1714500"/>
            <a:ext cx="8763000" cy="5130800"/>
          </a:xfrm>
          <a:prstGeom prst="roundRect">
            <a:avLst>
              <a:gd name="adj" fmla="val 4000"/>
            </a:avLst>
          </a:prstGeom>
          <a:solidFill>
            <a:srgbClr val="CDD5FA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es-CL"/>
          </a:p>
        </p:txBody>
      </p:sp>
      <p:sp>
        <p:nvSpPr>
          <p:cNvPr id="201" name="S202"/>
          <p:cNvSpPr/>
          <p:nvPr/>
        </p:nvSpPr>
        <p:spPr>
          <a:xfrm>
            <a:off x="762000" y="762000"/>
            <a:ext cx="457200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0"/>
              </a:spcAft>
              <a:buNone/>
            </a:pPr>
            <a:r>
              <a:rPr lang="es-CL" sz="1500" b="1" dirty="0">
                <a:solidFill>
                  <a:srgbClr val="FF681D"/>
                </a:solidFill>
                <a:latin typeface="TT Interphases"/>
              </a:rPr>
              <a:t>ADMINISTRACIÓN</a:t>
            </a:r>
          </a:p>
        </p:txBody>
      </p:sp>
      <p:sp>
        <p:nvSpPr>
          <p:cNvPr id="202" name="S203"/>
          <p:cNvSpPr/>
          <p:nvPr/>
        </p:nvSpPr>
        <p:spPr>
          <a:xfrm>
            <a:off x="762000" y="1270000"/>
            <a:ext cx="4699000" cy="129266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  <a:buNone/>
            </a:pPr>
            <a:r>
              <a:rPr lang="es-CL" sz="2400" b="1" dirty="0">
                <a:solidFill>
                  <a:srgbClr val="FF681D"/>
                </a:solidFill>
                <a:latin typeface="Cy Grotesk V3 Wide Bold"/>
              </a:rPr>
              <a:t>El administrador revisa cada documento y lo aprueba o rechaza</a:t>
            </a:r>
          </a:p>
        </p:txBody>
      </p:sp>
      <p:sp>
        <p:nvSpPr>
          <p:cNvPr id="203" name="S204"/>
          <p:cNvSpPr/>
          <p:nvPr/>
        </p:nvSpPr>
        <p:spPr>
          <a:xfrm>
            <a:off x="762000" y="2806700"/>
            <a:ext cx="762000" cy="50800"/>
          </a:xfrm>
          <a:prstGeom prst="rect">
            <a:avLst/>
          </a:prstGeom>
          <a:solidFill>
            <a:srgbClr val="FF681D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es-CL"/>
          </a:p>
        </p:txBody>
      </p:sp>
      <p:sp>
        <p:nvSpPr>
          <p:cNvPr id="204" name="S205"/>
          <p:cNvSpPr/>
          <p:nvPr/>
        </p:nvSpPr>
        <p:spPr>
          <a:xfrm>
            <a:off x="762000" y="3111500"/>
            <a:ext cx="4572000" cy="254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0"/>
              </a:spcAft>
              <a:buNone/>
            </a:pPr>
            <a:r>
              <a:rPr lang="es-CL" sz="1800" b="0" dirty="0">
                <a:solidFill>
                  <a:srgbClr val="3D3F42"/>
                </a:solidFill>
                <a:latin typeface="TT Interphases"/>
              </a:rPr>
              <a:t>Al aprobar el perfil del furgonista, su cupo queda disponible para los apoderados.</a:t>
            </a:r>
          </a:p>
        </p:txBody>
      </p:sp>
      <p:pic>
        <p:nvPicPr>
          <p:cNvPr id="506" name="Google Shape;506;p61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943600" y="1943100"/>
            <a:ext cx="8305800" cy="4674885"/>
          </a:xfrm>
          <a:prstGeom prst="rect">
            <a:avLst/>
          </a:prstGeom>
          <a:noFill/>
          <a:ln w="9525">
            <a:solidFill>
              <a:srgbClr val="B8C2EE"/>
            </a:solidFill>
          </a:ln>
        </p:spPr>
      </p:pic>
    </p:spTree>
    <p:extLst>
      <p:ext uri="{BB962C8B-B14F-4D97-AF65-F5344CB8AC3E}">
        <p14:creationId xmlns:p14="http://schemas.microsoft.com/office/powerpoint/2010/main" val="68646512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E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1" name="Deco image2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11000" y="571500"/>
            <a:ext cx="2413000" cy="1003300"/>
          </a:xfrm>
          <a:prstGeom prst="rect">
            <a:avLst/>
          </a:prstGeom>
        </p:spPr>
      </p:pic>
      <p:sp>
        <p:nvSpPr>
          <p:cNvPr id="100" name="S101"/>
          <p:cNvSpPr/>
          <p:nvPr/>
        </p:nvSpPr>
        <p:spPr>
          <a:xfrm>
            <a:off x="762000" y="508000"/>
            <a:ext cx="1270000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0"/>
              </a:spcAft>
              <a:buNone/>
            </a:pPr>
            <a:r>
              <a:rPr lang="es-CL" sz="1800" b="1" dirty="0">
                <a:solidFill>
                  <a:srgbClr val="FF681D"/>
                </a:solidFill>
                <a:latin typeface="TT Interphases"/>
              </a:rPr>
              <a:t>05 · PRÓXIMOS PASOS</a:t>
            </a:r>
          </a:p>
        </p:txBody>
      </p:sp>
      <p:sp>
        <p:nvSpPr>
          <p:cNvPr id="101" name="S102"/>
          <p:cNvSpPr/>
          <p:nvPr/>
        </p:nvSpPr>
        <p:spPr>
          <a:xfrm>
            <a:off x="762000" y="914400"/>
            <a:ext cx="13716000" cy="762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0"/>
              </a:spcAft>
              <a:buNone/>
            </a:pPr>
            <a:r>
              <a:rPr lang="es-CL" sz="3400" b="1" dirty="0">
                <a:solidFill>
                  <a:srgbClr val="FF681D"/>
                </a:solidFill>
                <a:latin typeface="Cy Grotesk V3 Wide Bold"/>
              </a:rPr>
              <a:t>Próximos pasos</a:t>
            </a:r>
          </a:p>
        </p:txBody>
      </p:sp>
      <p:sp>
        <p:nvSpPr>
          <p:cNvPr id="102" name="S103"/>
          <p:cNvSpPr/>
          <p:nvPr/>
        </p:nvSpPr>
        <p:spPr>
          <a:xfrm>
            <a:off x="762000" y="2286000"/>
            <a:ext cx="3175000" cy="3937000"/>
          </a:xfrm>
          <a:prstGeom prst="roundRect">
            <a:avLst>
              <a:gd name="adj" fmla="val 6000"/>
            </a:avLst>
          </a:prstGeom>
          <a:solidFill>
            <a:srgbClr val="FFE1D1"/>
          </a:solidFill>
          <a:ln>
            <a:noFill/>
          </a:ln>
        </p:spPr>
        <p:txBody>
          <a:bodyPr wrap="square" lIns="254000" tIns="254000" rIns="254000" bIns="254000" anchor="t">
            <a:noAutofit/>
          </a:bodyPr>
          <a:lstStyle/>
          <a:p>
            <a:pPr algn="l">
              <a:spcAft>
                <a:spcPts val="1000"/>
              </a:spcAft>
              <a:buNone/>
            </a:pPr>
            <a:r>
              <a:rPr lang="es-CL" sz="1800" b="1" dirty="0">
                <a:solidFill>
                  <a:srgbClr val="FF681D"/>
                </a:solidFill>
                <a:latin typeface="TT Interphases"/>
              </a:rPr>
              <a:t>Semanas 9–10</a:t>
            </a:r>
          </a:p>
          <a:p>
            <a:pPr algn="l">
              <a:spcAft>
                <a:spcPts val="1200"/>
              </a:spcAft>
              <a:buNone/>
            </a:pPr>
            <a:r>
              <a:rPr lang="es-CL" sz="2200" b="1" dirty="0">
                <a:solidFill>
                  <a:srgbClr val="171819"/>
                </a:solidFill>
                <a:latin typeface="Cy Grotesk V3 Wide Bold"/>
              </a:rPr>
              <a:t>Cerrar frontend responsive</a:t>
            </a:r>
          </a:p>
          <a:p>
            <a:pPr algn="l">
              <a:spcAft>
                <a:spcPts val="1400"/>
              </a:spcAft>
              <a:buNone/>
            </a:pPr>
            <a:r>
              <a:rPr lang="es-CL" sz="1800" b="0" dirty="0">
                <a:solidFill>
                  <a:srgbClr val="3D3F42"/>
                </a:solidFill>
                <a:latin typeface="TT Interphases"/>
              </a:rPr>
              <a:t>Revisar paneles en distintos tamaños de pantalla y ajustar las vistas según la revisión del equipo.</a:t>
            </a:r>
          </a:p>
          <a:p>
            <a:pPr algn="l">
              <a:spcAft>
                <a:spcPts val="0"/>
              </a:spcAft>
              <a:buNone/>
            </a:pPr>
            <a:r>
              <a:rPr lang="es-CL" sz="1700" b="1" dirty="0">
                <a:solidFill>
                  <a:srgbClr val="3D746C"/>
                </a:solidFill>
                <a:latin typeface="TT Interphases"/>
              </a:rPr>
              <a:t>Responsable: </a:t>
            </a:r>
            <a:r>
              <a:rPr lang="es-CL" sz="1700" b="0" dirty="0">
                <a:solidFill>
                  <a:srgbClr val="3D746C"/>
                </a:solidFill>
                <a:latin typeface="TT Interphases"/>
              </a:rPr>
              <a:t>Juan</a:t>
            </a:r>
          </a:p>
        </p:txBody>
      </p:sp>
      <p:sp>
        <p:nvSpPr>
          <p:cNvPr id="103" name="S104"/>
          <p:cNvSpPr/>
          <p:nvPr/>
        </p:nvSpPr>
        <p:spPr>
          <a:xfrm>
            <a:off x="4254500" y="2286000"/>
            <a:ext cx="3175000" cy="3937000"/>
          </a:xfrm>
          <a:prstGeom prst="roundRect">
            <a:avLst>
              <a:gd name="adj" fmla="val 6000"/>
            </a:avLst>
          </a:prstGeom>
          <a:solidFill>
            <a:srgbClr val="F2F2EE"/>
          </a:solidFill>
          <a:ln>
            <a:noFill/>
          </a:ln>
        </p:spPr>
        <p:txBody>
          <a:bodyPr wrap="square" lIns="254000" tIns="254000" rIns="254000" bIns="254000" anchor="t">
            <a:noAutofit/>
          </a:bodyPr>
          <a:lstStyle/>
          <a:p>
            <a:pPr algn="l">
              <a:spcAft>
                <a:spcPts val="1000"/>
              </a:spcAft>
              <a:buNone/>
            </a:pPr>
            <a:r>
              <a:rPr lang="es-CL" sz="1800" b="1" dirty="0">
                <a:solidFill>
                  <a:srgbClr val="FF681D"/>
                </a:solidFill>
                <a:latin typeface="TT Interphases"/>
              </a:rPr>
              <a:t>Semanas 11–12</a:t>
            </a:r>
          </a:p>
          <a:p>
            <a:pPr algn="l">
              <a:spcAft>
                <a:spcPts val="1200"/>
              </a:spcAft>
              <a:buNone/>
            </a:pPr>
            <a:r>
              <a:rPr lang="es-CL" sz="2200" b="1" dirty="0">
                <a:solidFill>
                  <a:srgbClr val="171819"/>
                </a:solidFill>
                <a:latin typeface="Cy Grotesk V3 Wide Bold"/>
              </a:rPr>
              <a:t>Cupos, búsqueda e integración de Google Maps</a:t>
            </a:r>
          </a:p>
          <a:p>
            <a:pPr algn="l">
              <a:spcAft>
                <a:spcPts val="1400"/>
              </a:spcAft>
              <a:buNone/>
            </a:pPr>
            <a:r>
              <a:rPr lang="es-CL" sz="1800" b="0" dirty="0">
                <a:solidFill>
                  <a:srgbClr val="3D3F42"/>
                </a:solidFill>
                <a:latin typeface="TT Interphases"/>
              </a:rPr>
              <a:t>Consolidar la búsqueda por sector e integrar Google Maps para mostrar el área de trabajo del furgonista.</a:t>
            </a:r>
          </a:p>
          <a:p>
            <a:pPr algn="l">
              <a:spcAft>
                <a:spcPts val="0"/>
              </a:spcAft>
              <a:buNone/>
            </a:pPr>
            <a:r>
              <a:rPr lang="es-CL" sz="1700" b="1" dirty="0">
                <a:solidFill>
                  <a:srgbClr val="3D746C"/>
                </a:solidFill>
                <a:latin typeface="TT Interphases"/>
              </a:rPr>
              <a:t>Responsable: </a:t>
            </a:r>
            <a:r>
              <a:rPr lang="es-CL" sz="1700" b="0" dirty="0">
                <a:solidFill>
                  <a:srgbClr val="3D746C"/>
                </a:solidFill>
                <a:latin typeface="TT Interphases"/>
              </a:rPr>
              <a:t>Ambos</a:t>
            </a:r>
          </a:p>
        </p:txBody>
      </p:sp>
      <p:sp>
        <p:nvSpPr>
          <p:cNvPr id="104" name="S105"/>
          <p:cNvSpPr/>
          <p:nvPr/>
        </p:nvSpPr>
        <p:spPr>
          <a:xfrm>
            <a:off x="7747000" y="2286000"/>
            <a:ext cx="3175000" cy="3937000"/>
          </a:xfrm>
          <a:prstGeom prst="roundRect">
            <a:avLst>
              <a:gd name="adj" fmla="val 6000"/>
            </a:avLst>
          </a:prstGeom>
          <a:solidFill>
            <a:srgbClr val="F2F2EE"/>
          </a:solidFill>
          <a:ln>
            <a:noFill/>
          </a:ln>
        </p:spPr>
        <p:txBody>
          <a:bodyPr wrap="square" lIns="254000" tIns="254000" rIns="254000" bIns="254000" anchor="t">
            <a:noAutofit/>
          </a:bodyPr>
          <a:lstStyle/>
          <a:p>
            <a:pPr algn="l">
              <a:spcAft>
                <a:spcPts val="1000"/>
              </a:spcAft>
              <a:buNone/>
            </a:pPr>
            <a:r>
              <a:rPr lang="es-CL" sz="1800" b="1" dirty="0">
                <a:solidFill>
                  <a:srgbClr val="FF681D"/>
                </a:solidFill>
                <a:latin typeface="TT Interphases"/>
              </a:rPr>
              <a:t>Semanas 12–17</a:t>
            </a:r>
          </a:p>
          <a:p>
            <a:pPr algn="l">
              <a:spcAft>
                <a:spcPts val="1200"/>
              </a:spcAft>
              <a:buNone/>
            </a:pPr>
            <a:r>
              <a:rPr lang="es-CL" sz="2200" b="1" dirty="0">
                <a:solidFill>
                  <a:srgbClr val="171819"/>
                </a:solidFill>
                <a:latin typeface="Cy Grotesk V3 Wide Bold"/>
              </a:rPr>
              <a:t>Integración y pruebas</a:t>
            </a:r>
          </a:p>
          <a:p>
            <a:pPr algn="l">
              <a:spcAft>
                <a:spcPts val="1400"/>
              </a:spcAft>
              <a:buNone/>
            </a:pPr>
            <a:r>
              <a:rPr lang="es-CL" sz="1800" b="0" dirty="0">
                <a:solidFill>
                  <a:srgbClr val="3D3F42"/>
                </a:solidFill>
                <a:latin typeface="TT Interphases"/>
              </a:rPr>
              <a:t>Ejecutar la matriz de casos de prueba: roles, formularios, cupos, solicitudes y mapa.</a:t>
            </a:r>
          </a:p>
          <a:p>
            <a:pPr algn="l">
              <a:spcAft>
                <a:spcPts val="0"/>
              </a:spcAft>
              <a:buNone/>
            </a:pPr>
            <a:r>
              <a:rPr lang="es-CL" sz="1700" b="1" dirty="0">
                <a:solidFill>
                  <a:srgbClr val="3D746C"/>
                </a:solidFill>
                <a:latin typeface="TT Interphases"/>
              </a:rPr>
              <a:t>Responsable: </a:t>
            </a:r>
            <a:r>
              <a:rPr lang="es-CL" sz="1700" b="0" dirty="0">
                <a:solidFill>
                  <a:srgbClr val="3D746C"/>
                </a:solidFill>
                <a:latin typeface="TT Interphases"/>
              </a:rPr>
              <a:t>Ambos</a:t>
            </a:r>
          </a:p>
        </p:txBody>
      </p:sp>
      <p:sp>
        <p:nvSpPr>
          <p:cNvPr id="105" name="S106"/>
          <p:cNvSpPr/>
          <p:nvPr/>
        </p:nvSpPr>
        <p:spPr>
          <a:xfrm>
            <a:off x="11239500" y="2286000"/>
            <a:ext cx="3175000" cy="3937000"/>
          </a:xfrm>
          <a:prstGeom prst="roundRect">
            <a:avLst>
              <a:gd name="adj" fmla="val 6000"/>
            </a:avLst>
          </a:prstGeom>
          <a:solidFill>
            <a:srgbClr val="F2F2EE"/>
          </a:solidFill>
          <a:ln>
            <a:noFill/>
          </a:ln>
        </p:spPr>
        <p:txBody>
          <a:bodyPr wrap="square" lIns="254000" tIns="254000" rIns="254000" bIns="254000" anchor="t">
            <a:noAutofit/>
          </a:bodyPr>
          <a:lstStyle/>
          <a:p>
            <a:pPr algn="l">
              <a:spcAft>
                <a:spcPts val="1000"/>
              </a:spcAft>
              <a:buNone/>
            </a:pPr>
            <a:r>
              <a:rPr lang="es-CL" sz="1800" b="1" dirty="0">
                <a:solidFill>
                  <a:srgbClr val="FF681D"/>
                </a:solidFill>
                <a:latin typeface="TT Interphases"/>
              </a:rPr>
              <a:t>Semanas 16–18</a:t>
            </a:r>
          </a:p>
          <a:p>
            <a:pPr algn="l">
              <a:spcAft>
                <a:spcPts val="1200"/>
              </a:spcAft>
              <a:buNone/>
            </a:pPr>
            <a:r>
              <a:rPr lang="es-CL" sz="2200" b="1" dirty="0">
                <a:solidFill>
                  <a:srgbClr val="171819"/>
                </a:solidFill>
                <a:latin typeface="Cy Grotesk V3 Wide Bold"/>
              </a:rPr>
              <a:t>Informe y entrega final</a:t>
            </a:r>
          </a:p>
          <a:p>
            <a:pPr algn="l">
              <a:spcAft>
                <a:spcPts val="1400"/>
              </a:spcAft>
              <a:buNone/>
            </a:pPr>
            <a:r>
              <a:rPr lang="es-CL" sz="1800" b="0" dirty="0">
                <a:solidFill>
                  <a:srgbClr val="3D3F42"/>
                </a:solidFill>
                <a:latin typeface="TT Interphases"/>
              </a:rPr>
              <a:t>Registrar evidencias, resultados, mejoras y preparar la presentación final.</a:t>
            </a:r>
          </a:p>
          <a:p>
            <a:pPr algn="l">
              <a:spcAft>
                <a:spcPts val="0"/>
              </a:spcAft>
              <a:buNone/>
            </a:pPr>
            <a:r>
              <a:rPr lang="es-CL" sz="1700" b="1" dirty="0">
                <a:solidFill>
                  <a:srgbClr val="3D746C"/>
                </a:solidFill>
                <a:latin typeface="TT Interphases"/>
              </a:rPr>
              <a:t>Responsable: </a:t>
            </a:r>
            <a:r>
              <a:rPr lang="es-CL" sz="1700" b="0" dirty="0">
                <a:solidFill>
                  <a:srgbClr val="3D746C"/>
                </a:solidFill>
                <a:latin typeface="TT Interphases"/>
              </a:rPr>
              <a:t>Ambos</a:t>
            </a:r>
          </a:p>
        </p:txBody>
      </p:sp>
    </p:spTree>
    <p:extLst>
      <p:ext uri="{BB962C8B-B14F-4D97-AF65-F5344CB8AC3E}">
        <p14:creationId xmlns:p14="http://schemas.microsoft.com/office/powerpoint/2010/main" val="195581769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E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1" name="Deco image3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143000" y="6350000"/>
            <a:ext cx="2921000" cy="2806700"/>
          </a:xfrm>
          <a:prstGeom prst="rect">
            <a:avLst/>
          </a:prstGeom>
        </p:spPr>
      </p:pic>
      <p:pic>
        <p:nvPicPr>
          <p:cNvPr id="902" name="Deco image4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097000" y="-635000"/>
            <a:ext cx="1524000" cy="1651000"/>
          </a:xfrm>
          <a:prstGeom prst="rect">
            <a:avLst/>
          </a:prstGeom>
        </p:spPr>
      </p:pic>
      <p:pic>
        <p:nvPicPr>
          <p:cNvPr id="903" name="Deco image2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3000" y="2095500"/>
            <a:ext cx="2159000" cy="889000"/>
          </a:xfrm>
          <a:prstGeom prst="rect">
            <a:avLst/>
          </a:prstGeom>
        </p:spPr>
      </p:pic>
      <p:sp>
        <p:nvSpPr>
          <p:cNvPr id="103" name="S104"/>
          <p:cNvSpPr/>
          <p:nvPr/>
        </p:nvSpPr>
        <p:spPr>
          <a:xfrm>
            <a:off x="1143000" y="3048000"/>
            <a:ext cx="11430000" cy="165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0"/>
              </a:spcAft>
              <a:buNone/>
            </a:pPr>
            <a:r>
              <a:rPr lang="es-CL" sz="9000" b="1" dirty="0">
                <a:solidFill>
                  <a:srgbClr val="FF681D"/>
                </a:solidFill>
                <a:latin typeface="Cy Grotesk V3 Wide Bold"/>
              </a:rPr>
              <a:t>Gracias</a:t>
            </a:r>
          </a:p>
        </p:txBody>
      </p:sp>
      <p:sp>
        <p:nvSpPr>
          <p:cNvPr id="104" name="S105"/>
          <p:cNvSpPr/>
          <p:nvPr/>
        </p:nvSpPr>
        <p:spPr>
          <a:xfrm>
            <a:off x="1206500" y="4826000"/>
            <a:ext cx="11430000" cy="50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0"/>
              </a:spcAft>
              <a:buNone/>
            </a:pPr>
            <a:r>
              <a:rPr lang="es-CL" sz="2200" b="1" dirty="0">
                <a:solidFill>
                  <a:srgbClr val="3D746C"/>
                </a:solidFill>
                <a:latin typeface="TT Interphases"/>
              </a:rPr>
              <a:t>FurgonAPP · Juan Fuentes · Sebastián Méndez</a:t>
            </a:r>
          </a:p>
        </p:txBody>
      </p:sp>
      <p:pic>
        <p:nvPicPr>
          <p:cNvPr id="904" name="Deco image2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28000" y="2159000"/>
            <a:ext cx="6350000" cy="4229100"/>
          </a:xfrm>
          <a:prstGeom prst="roundRect">
            <a:avLst/>
          </a:prstGeom>
        </p:spPr>
      </p:pic>
    </p:spTree>
    <p:extLst>
      <p:ext uri="{BB962C8B-B14F-4D97-AF65-F5344CB8AC3E}">
        <p14:creationId xmlns:p14="http://schemas.microsoft.com/office/powerpoint/2010/main" val="1488223600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 [1791311920206]">
  <a:themeElements>
    <a:clrScheme name="ChatGPT">
      <a:dk1>
        <a:srgbClr val="171819"/>
      </a:dk1>
      <a:lt1>
        <a:srgbClr val="FFFEF8"/>
      </a:lt1>
      <a:dk2>
        <a:srgbClr val="3D746C"/>
      </a:dk2>
      <a:lt2>
        <a:srgbClr val="CDD5FA"/>
      </a:lt2>
      <a:accent1>
        <a:srgbClr val="FF681D"/>
      </a:accent1>
      <a:accent2>
        <a:srgbClr val="3D746C"/>
      </a:accent2>
      <a:accent3>
        <a:srgbClr val="838FC6"/>
      </a:accent3>
      <a:accent4>
        <a:srgbClr val="CDD5FA"/>
      </a:accent4>
      <a:accent5>
        <a:srgbClr val="E97D31"/>
      </a:accent5>
      <a:accent6>
        <a:srgbClr val="7F6000"/>
      </a:accent6>
      <a:hlink>
        <a:srgbClr val="467886"/>
      </a:hlink>
      <a:folHlink>
        <a:srgbClr val="96607D"/>
      </a:folHlink>
    </a:clrScheme>
    <a:fontScheme name="Office">
      <a:majorFont>
        <a:latin typeface="Cy Grotesk Wide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T Interphase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ChatGPT [1791315612573]">
  <a:themeElements>
    <a:clrScheme name="ChatGPT">
      <a:dk1>
        <a:srgbClr val="171819"/>
      </a:dk1>
      <a:lt1>
        <a:srgbClr val="FFFEF8"/>
      </a:lt1>
      <a:dk2>
        <a:srgbClr val="3D746C"/>
      </a:dk2>
      <a:lt2>
        <a:srgbClr val="CDD5FA"/>
      </a:lt2>
      <a:accent1>
        <a:srgbClr val="FF681D"/>
      </a:accent1>
      <a:accent2>
        <a:srgbClr val="3D746C"/>
      </a:accent2>
      <a:accent3>
        <a:srgbClr val="838FC6"/>
      </a:accent3>
      <a:accent4>
        <a:srgbClr val="CDD5FA"/>
      </a:accent4>
      <a:accent5>
        <a:srgbClr val="E97D31"/>
      </a:accent5>
      <a:accent6>
        <a:srgbClr val="7F6000"/>
      </a:accent6>
      <a:hlink>
        <a:srgbClr val="467886"/>
      </a:hlink>
      <a:folHlink>
        <a:srgbClr val="96607D"/>
      </a:folHlink>
    </a:clrScheme>
    <a:fontScheme name="Office">
      <a:majorFont>
        <a:latin typeface="Cy Grotesk V3 Wide Bold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T Interphase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05BEFE22-BA4F-4A7D-B98C-C41DD347E931}">
  <we:reference id="wa200010001" version="1.0.0.1" store="en-US" storeType="OMEX"/>
  <we:alternateReferences>
    <we:reference id="wa200010001" version="1.0.0.1" store="en-US" storeType="OMEX"/>
  </we:alternateReferences>
  <we:properties>
    <we:property name="claude.fileId" value="&quot;98e85548-8633-4f48-bffc-46cf899fca5f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159</TotalTime>
  <Words>1097</Words>
  <Application>Microsoft Office PowerPoint</Application>
  <PresentationFormat>Personalizado</PresentationFormat>
  <Paragraphs>194</Paragraphs>
  <Slides>15</Slides>
  <Notes>5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3</vt:i4>
      </vt:variant>
      <vt:variant>
        <vt:lpstr>Títulos de diapositiva</vt:lpstr>
      </vt:variant>
      <vt:variant>
        <vt:i4>15</vt:i4>
      </vt:variant>
    </vt:vector>
  </HeadingPairs>
  <TitlesOfParts>
    <vt:vector size="21" baseType="lpstr">
      <vt:lpstr>Arial</vt:lpstr>
      <vt:lpstr>Cy Grotesk V3 Wide Bold</vt:lpstr>
      <vt:lpstr>TT Interphases</vt:lpstr>
      <vt:lpstr>ChatGPT</vt:lpstr>
      <vt:lpstr>ChatGPT [1791311920206]</vt:lpstr>
      <vt:lpstr>ChatGPT [1791315612573]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Seba</dc:creator>
  <cp:lastModifiedBy>Seba Carozo del Huevo</cp:lastModifiedBy>
  <cp:revision>9</cp:revision>
  <dcterms:modified xsi:type="dcterms:W3CDTF">2026-10-06T21:17:08Z</dcterms:modified>
</cp:coreProperties>
</file>